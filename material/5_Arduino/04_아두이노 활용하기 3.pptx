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1004" r:id="rId2"/>
    <p:sldId id="1073" r:id="rId3"/>
    <p:sldId id="1074" r:id="rId4"/>
    <p:sldId id="1095" r:id="rId5"/>
    <p:sldId id="1075" r:id="rId6"/>
    <p:sldId id="107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C5F"/>
    <a:srgbClr val="00FA3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09" autoAdjust="0"/>
    <p:restoredTop sz="81019" autoAdjust="0"/>
  </p:normalViewPr>
  <p:slideViewPr>
    <p:cSldViewPr snapToGrid="0">
      <p:cViewPr varScale="1">
        <p:scale>
          <a:sx n="125" d="100"/>
          <a:sy n="125" d="100"/>
        </p:scale>
        <p:origin x="13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lagrange0115/22234557607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aver.com/mathesis_time" TargetMode="External"/><Relationship Id="rId5" Type="http://schemas.openxmlformats.org/officeDocument/2006/relationships/hyperlink" Target="https://blog.naver.com/mathesis_time/221136759652" TargetMode="External"/><Relationship Id="rId4" Type="http://schemas.openxmlformats.org/officeDocument/2006/relationships/hyperlink" Target="https://blog.naver.com/lagrange0115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E4F2-1BE2-255C-2D2A-92E43BA8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21006-8002-9E67-646F-679B94D83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D4976-642B-26FE-5B30-57DB8117E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EBF723-D188-2BB4-0974-EDB0FD401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22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5645B-5627-02D8-EF5E-F923F9970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809F1A-EF65-2558-3A31-72E1C9DBB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03F419-5675-DE39-4118-167E2735A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Pulse :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사각파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Width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폭</a:t>
            </a:r>
            <a:endParaRPr lang="ko-KR" altLang="en-US" b="0" i="0" dirty="0">
              <a:solidFill>
                <a:srgbClr val="666666"/>
              </a:solidFill>
              <a:effectLst/>
              <a:highlight>
                <a:srgbClr val="FFFFFF"/>
              </a:highlight>
              <a:latin typeface="+mn-lt"/>
            </a:endParaRPr>
          </a:p>
          <a:p>
            <a:pPr algn="l" fontAlgn="base"/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Modulation : 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</a:rPr>
              <a:t>변조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PWM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제어란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3"/>
              </a:rPr>
              <a:t>? (Pulse Width Modulation)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</a:rPr>
              <a:t> </a:t>
            </a:r>
            <a:r>
              <a:rPr lang="ko-KR" altLang="en-US" b="0" i="0" u="none" strike="noStrike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Dotum" panose="020B0600000101010101" pitchFamily="50" charset="-127"/>
                <a:hlinkClick r:id="rId4"/>
              </a:rPr>
              <a:t>엠에스리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Dotum" panose="020B0600000101010101" pitchFamily="50" charset="-127"/>
            </a:endParaRPr>
          </a:p>
          <a:p>
            <a:pPr algn="l"/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dirty="0"/>
              <a:t>디지털 신호 </a:t>
            </a:r>
            <a:r>
              <a:rPr lang="en-US" altLang="ko-KR" dirty="0"/>
              <a:t>0,1</a:t>
            </a:r>
            <a:r>
              <a:rPr lang="ko-KR" altLang="en-US" dirty="0"/>
              <a:t>을 빠르게 반복해서 평균값을 내는 것처럼 보이게 하는 것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pPr algn="l"/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아래 그림과 같이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5v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의 폭을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25%, 50%, 75%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등으로 다양하게 바꾸어 아날로그 신호를 나타냅니다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 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즉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0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부터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255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까지의 숫자를 표현할 수 있게 되는 것입니다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b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</a:b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25%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64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라는 값을 나타내고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폭이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50%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일 때는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127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이라는 값을 나타내는 방식입니다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.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[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출처</a:t>
            </a:r>
            <a:r>
              <a:rPr lang="en-US" altLang="ko-K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]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[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가장 쉬운 </a:t>
            </a:r>
            <a:r>
              <a:rPr lang="ko-KR" altLang="en-US" b="0" i="0" u="sng" dirty="0" err="1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아두이노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 강의</a:t>
            </a:r>
            <a:r>
              <a:rPr lang="en-US" altLang="ko-KR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5"/>
              </a:rPr>
              <a:t>] (33) PWM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|</a:t>
            </a:r>
            <a:r>
              <a:rPr lang="ko-KR" alt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작성자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</a:rPr>
              <a:t> </a:t>
            </a:r>
            <a:r>
              <a:rPr lang="ko-KR" altLang="en-US" b="0" i="0" u="sng" dirty="0">
                <a:solidFill>
                  <a:srgbClr val="608CBA"/>
                </a:solidFill>
                <a:effectLst/>
                <a:highlight>
                  <a:srgbClr val="FFFFFF"/>
                </a:highlight>
                <a:latin typeface="+mn-lt"/>
                <a:ea typeface="나눔고딕" pitchFamily="2" charset="-127"/>
                <a:hlinkClick r:id="rId6"/>
              </a:rPr>
              <a:t>코딩타임</a:t>
            </a:r>
            <a:endParaRPr lang="ko-KR" alt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+mn-lt"/>
              <a:ea typeface="나눔고딕" pitchFamily="2" charset="-127"/>
            </a:endParaRPr>
          </a:p>
          <a:p>
            <a:br>
              <a:rPr lang="ko-KR" altLang="en-US" dirty="0">
                <a:latin typeface="+mn-lt"/>
              </a:rPr>
            </a:br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9A6BF-22D4-2E9A-B928-7AC2CD5C4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27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592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F42A2-DB46-526D-25BC-E44B24B0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6C1EE-0D6F-A219-AAB1-6806A0437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27650E-AE33-C418-39D0-6F005EC47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604972-6757-D5D9-8474-C4F6E8EE4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475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7B93-2085-777C-84D5-B695C89C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EF22F-DD4D-737F-2855-956026F9B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508635-097B-D757-A491-A018D8887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en-US" altLang="ko-KR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8A0307-7F3B-DB3A-E788-A25A8F7B9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48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32C6696-EE0A-BC2D-7063-70F289365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F3BE842-C521-0C8F-A4B5-11422EB6C247}"/>
              </a:ext>
            </a:extLst>
          </p:cNvPr>
          <p:cNvSpPr txBox="1">
            <a:spLocks/>
          </p:cNvSpPr>
          <p:nvPr userDrawn="1"/>
        </p:nvSpPr>
        <p:spPr>
          <a:xfrm>
            <a:off x="10555576" y="218354"/>
            <a:ext cx="293806" cy="32189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defRPr>
            </a:lvl1pPr>
          </a:lstStyle>
          <a:p>
            <a:r>
              <a:rPr lang="en-US" altLang="ko-KR" sz="2400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sz="2400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BDCCE0A-8512-9AD3-FCFE-854EDADA9794}"/>
              </a:ext>
            </a:extLst>
          </p:cNvPr>
          <p:cNvGrpSpPr/>
          <p:nvPr userDrawn="1"/>
        </p:nvGrpSpPr>
        <p:grpSpPr>
          <a:xfrm>
            <a:off x="9299385" y="287928"/>
            <a:ext cx="2646947" cy="325258"/>
            <a:chOff x="22849643" y="-4470425"/>
            <a:chExt cx="7688784" cy="94480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AB111EE-FD1E-BC5A-5D1E-AC40300B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41510" y="-4460662"/>
              <a:ext cx="2996917" cy="935038"/>
            </a:xfrm>
            <a:prstGeom prst="rect">
              <a:avLst/>
            </a:prstGeom>
          </p:spPr>
        </p:pic>
        <p:pic>
          <p:nvPicPr>
            <p:cNvPr id="9" name="그림 8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71F583FB-0B92-1510-CF5E-6C92F7905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49643" y="-4470425"/>
              <a:ext cx="3459479" cy="744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049" y="3037564"/>
            <a:ext cx="10243899" cy="2028316"/>
          </a:xfrm>
        </p:spPr>
        <p:txBody>
          <a:bodyPr wrap="square">
            <a:noAutofit/>
          </a:bodyPr>
          <a:lstStyle/>
          <a:p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endParaRPr lang="en-US" altLang="ko-KR" sz="4800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  <a:p>
            <a:r>
              <a:rPr lang="en-US" altLang="ko-KR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sz="4800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324" y="1985210"/>
            <a:ext cx="4069351" cy="61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B0561-9335-1EDE-D178-6BE8A19E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56DFF-C731-CD6B-BF5A-5D6E414C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2EA82-F682-21CC-FB5E-B9A740CFBDF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72D0805-0447-6E2C-3A33-9D2BF1631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60" y="1884556"/>
            <a:ext cx="5861280" cy="429240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대기압</a:t>
            </a:r>
            <a:r>
              <a:rPr lang="en-US" altLang="ko-KR" sz="2000" dirty="0"/>
              <a:t>, </a:t>
            </a:r>
            <a:r>
              <a:rPr lang="ko-KR" altLang="en-US" sz="2000" dirty="0"/>
              <a:t>고도</a:t>
            </a:r>
            <a:r>
              <a:rPr lang="en-US" altLang="ko-KR" sz="2000" dirty="0"/>
              <a:t>, </a:t>
            </a:r>
            <a:r>
              <a:rPr lang="ko-KR" altLang="en-US" sz="2000" dirty="0"/>
              <a:t>온도</a:t>
            </a:r>
            <a:r>
              <a:rPr lang="en-US" altLang="ko-KR" sz="2000" dirty="0"/>
              <a:t>, </a:t>
            </a:r>
            <a:r>
              <a:rPr lang="ko-KR" altLang="en-US" sz="2000" dirty="0"/>
              <a:t>습도를 측정해주는 센서</a:t>
            </a:r>
            <a:endParaRPr lang="en-US" altLang="ko-KR" sz="2000" dirty="0"/>
          </a:p>
          <a:p>
            <a:r>
              <a:rPr lang="ko-KR" altLang="en-US" sz="2000" dirty="0"/>
              <a:t>이전 버전이 </a:t>
            </a:r>
            <a:r>
              <a:rPr lang="en-US" altLang="ko-KR" sz="2000" dirty="0"/>
              <a:t>BMP180</a:t>
            </a:r>
            <a:r>
              <a:rPr lang="ko-KR" altLang="en-US" sz="2000" dirty="0"/>
              <a:t>에서 업그레이드 된 버전으로 이전보다 다양한 통신을 지원하고 이전보다 적은 전력을 소비하도록 설계되었다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실생활에서는 일기예보나 </a:t>
            </a:r>
            <a:r>
              <a:rPr lang="ko-KR" altLang="en-US" sz="2000" dirty="0" err="1"/>
              <a:t>드론</a:t>
            </a:r>
            <a:r>
              <a:rPr lang="en-US" altLang="ko-KR" sz="2000" dirty="0"/>
              <a:t>, GPS </a:t>
            </a:r>
            <a:r>
              <a:rPr lang="ko-KR" altLang="en-US" sz="2000" dirty="0"/>
              <a:t>등에 사용된다</a:t>
            </a:r>
            <a:r>
              <a:rPr lang="en-US" altLang="ko-KR" sz="2000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4E3171-4649-37F0-124A-55F71A53C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60" y="1549839"/>
            <a:ext cx="501015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17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17B4-60D0-88D2-2B5A-C860245C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47CD6-8EA1-9082-BAF0-BDB7BE49F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988E3-94C4-3725-5583-4B50518B25A6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030" name="Picture 6" descr="BMP-280 pressure sensor. | Download Scientific Diagram">
            <a:extLst>
              <a:ext uri="{FF2B5EF4-FFF2-40B4-BE49-F238E27FC236}">
                <a16:creationId xmlns:a16="http://schemas.microsoft.com/office/drawing/2014/main" id="{411630E2-0F6F-7952-8314-854EC1AB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65" y="1953867"/>
            <a:ext cx="505777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5CAAE2-7FB2-1BA3-3817-3BFFEAD10A75}"/>
              </a:ext>
            </a:extLst>
          </p:cNvPr>
          <p:cNvSpPr/>
          <p:nvPr/>
        </p:nvSpPr>
        <p:spPr>
          <a:xfrm>
            <a:off x="1219200" y="2981739"/>
            <a:ext cx="490330" cy="54333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482D8-0FA1-2529-6B16-BCACBC5E2231}"/>
              </a:ext>
            </a:extLst>
          </p:cNvPr>
          <p:cNvSpPr txBox="1"/>
          <p:nvPr/>
        </p:nvSpPr>
        <p:spPr>
          <a:xfrm>
            <a:off x="967409" y="2355646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센서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518ADA3-6398-FBD0-E16C-D7AC6CDF0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224234"/>
              </p:ext>
            </p:extLst>
          </p:nvPr>
        </p:nvGraphicFramePr>
        <p:xfrm>
          <a:off x="5115339" y="1549839"/>
          <a:ext cx="6386847" cy="43076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128949">
                  <a:extLst>
                    <a:ext uri="{9D8B030D-6E8A-4147-A177-3AD203B41FA5}">
                      <a16:colId xmlns:a16="http://schemas.microsoft.com/office/drawing/2014/main" val="1461716744"/>
                    </a:ext>
                  </a:extLst>
                </a:gridCol>
                <a:gridCol w="2128949">
                  <a:extLst>
                    <a:ext uri="{9D8B030D-6E8A-4147-A177-3AD203B41FA5}">
                      <a16:colId xmlns:a16="http://schemas.microsoft.com/office/drawing/2014/main" val="3666070569"/>
                    </a:ext>
                  </a:extLst>
                </a:gridCol>
                <a:gridCol w="2128949">
                  <a:extLst>
                    <a:ext uri="{9D8B030D-6E8A-4147-A177-3AD203B41FA5}">
                      <a16:colId xmlns:a16="http://schemas.microsoft.com/office/drawing/2014/main" val="2815396915"/>
                    </a:ext>
                  </a:extLst>
                </a:gridCol>
              </a:tblGrid>
              <a:tr h="615375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I2C </a:t>
                      </a:r>
                      <a:r>
                        <a:rPr lang="ko-KR" altLang="en-US" dirty="0"/>
                        <a:t>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SPI </a:t>
                      </a:r>
                      <a:r>
                        <a:rPr lang="ko-KR" altLang="en-US" dirty="0"/>
                        <a:t>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262470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VCC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3~5 V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19328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GND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85479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SCL(SCK)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433908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SDA(SDI)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657229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CSB(CS)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969822"/>
                  </a:ext>
                </a:extLst>
              </a:tr>
              <a:tr h="615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SDO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D12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196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29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12724-C942-BA2D-9835-C7E7F0C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93CDE9-DAE0-DDCC-596A-22EC0656F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B5CCA6-FB46-D61A-63B3-3E6BCB2A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2016A87-5EBA-FEC9-68EF-11F22044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379" y="812800"/>
            <a:ext cx="9781681" cy="52324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0DDB75-738E-F714-5045-2C6422A7E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815" y="1258356"/>
            <a:ext cx="5816485" cy="20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9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AF3D-AD44-B380-CF1F-3CED0A6B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19EE6-9283-B583-E2A0-D4EE8DC5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6166F-4F47-EA2A-84A9-9E2317330EDE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70D76921-F048-7C68-5E98-27E58F872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4807226" cy="462712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/>
              <a:t>라이브러리 추가</a:t>
            </a:r>
            <a:endParaRPr lang="en-US" altLang="ko-KR" dirty="0"/>
          </a:p>
          <a:p>
            <a:pPr lvl="1"/>
            <a:r>
              <a:rPr lang="en-US" altLang="ko-KR" dirty="0"/>
              <a:t>Arduino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 → 스케치 → 라이브러리 포함 → 라이브러리 관리</a:t>
            </a:r>
            <a:endParaRPr lang="en-US" altLang="ko-KR" dirty="0"/>
          </a:p>
          <a:p>
            <a:pPr lvl="1"/>
            <a:r>
              <a:rPr lang="ko-KR" altLang="en-US" dirty="0"/>
              <a:t>라이브러리 매니저 → </a:t>
            </a:r>
            <a:r>
              <a:rPr lang="en-US" altLang="ko-KR" dirty="0"/>
              <a:t>‘Adafruit bmp280’ </a:t>
            </a:r>
            <a:r>
              <a:rPr lang="ko-KR" altLang="en-US" dirty="0"/>
              <a:t>검색 후 설치 버튼 클릭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35106E-60C8-F97D-FAB2-428D555A7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565" y="887057"/>
            <a:ext cx="55149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1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2E8C-4792-7F31-94A5-429F3502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9F2EA-FF2C-C127-697D-FBFC5CDC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기압 센서 실습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F6F6D-3919-9DEB-3295-00148D96678C}"/>
              </a:ext>
            </a:extLst>
          </p:cNvPr>
          <p:cNvSpPr txBox="1"/>
          <p:nvPr/>
        </p:nvSpPr>
        <p:spPr>
          <a:xfrm>
            <a:off x="6096000" y="1730405"/>
            <a:ext cx="4216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5" name="내용 개체 틀 5">
            <a:extLst>
              <a:ext uri="{FF2B5EF4-FFF2-40B4-BE49-F238E27FC236}">
                <a16:creationId xmlns:a16="http://schemas.microsoft.com/office/drawing/2014/main" id="{2CEC6E12-9F94-39EC-7B3C-BFC1C5FEB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9"/>
            <a:ext cx="4807226" cy="462712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회로 연결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2A74CC-A2A3-4337-D68E-A39C60601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38" y="1599639"/>
            <a:ext cx="6135688" cy="43100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0269D9-0BAC-17EF-B833-F314BB673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47342"/>
            <a:ext cx="37147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25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G마켓 산스 TTF Bold"/>
        <a:ea typeface="G마켓 산스 TTF Bold"/>
        <a:cs typeface=""/>
      </a:majorFont>
      <a:minorFont>
        <a:latin typeface="G마켓 산스 TTF Medium"/>
        <a:ea typeface="G마켓 산스 TTF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16073</TotalTime>
  <Words>321</Words>
  <Application>Microsoft Office PowerPoint</Application>
  <PresentationFormat>와이드스크린</PresentationFormat>
  <Paragraphs>53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PowerPoint 프레젠테이션</vt:lpstr>
      <vt:lpstr>기압 센서</vt:lpstr>
      <vt:lpstr>기압 센서</vt:lpstr>
      <vt:lpstr>PowerPoint 프레젠테이션</vt:lpstr>
      <vt:lpstr>기압 센서 실습</vt:lpstr>
      <vt:lpstr>기압 센서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711</cp:revision>
  <dcterms:created xsi:type="dcterms:W3CDTF">2024-10-23T01:56:35Z</dcterms:created>
  <dcterms:modified xsi:type="dcterms:W3CDTF">2025-10-27T02:01:02Z</dcterms:modified>
</cp:coreProperties>
</file>