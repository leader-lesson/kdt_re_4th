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336" r:id="rId2"/>
    <p:sldId id="337" r:id="rId3"/>
    <p:sldId id="369" r:id="rId4"/>
    <p:sldId id="370" r:id="rId5"/>
    <p:sldId id="371" r:id="rId6"/>
    <p:sldId id="372" r:id="rId7"/>
    <p:sldId id="373" r:id="rId8"/>
    <p:sldId id="3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88047" autoAdjust="0"/>
  </p:normalViewPr>
  <p:slideViewPr>
    <p:cSldViewPr snapToGrid="0">
      <p:cViewPr varScale="1">
        <p:scale>
          <a:sx n="97" d="100"/>
          <a:sy n="97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SD </a:t>
            </a:r>
            <a:r>
              <a:rPr lang="ko-KR" altLang="en-US" dirty="0"/>
              <a:t>카드</a:t>
            </a:r>
            <a:r>
              <a:rPr lang="en-US" altLang="ko-KR" dirty="0"/>
              <a:t>, RFID,</a:t>
            </a:r>
            <a:r>
              <a:rPr lang="ko-KR" altLang="en-US" dirty="0"/>
              <a:t> </a:t>
            </a:r>
            <a:r>
              <a:rPr lang="en-US" altLang="ko-KR" dirty="0"/>
              <a:t>NFC </a:t>
            </a:r>
            <a:r>
              <a:rPr lang="ko-KR" altLang="en-US" dirty="0"/>
              <a:t>는 </a:t>
            </a:r>
            <a:r>
              <a:rPr lang="en-US" altLang="ko-KR" dirty="0"/>
              <a:t>SPI</a:t>
            </a:r>
            <a:r>
              <a:rPr lang="ko-KR" altLang="en-US" dirty="0"/>
              <a:t>로 구현 </a:t>
            </a:r>
            <a:r>
              <a:rPr lang="en-US" altLang="ko-KR" dirty="0"/>
              <a:t>position: absolute; top:16px; right:10px;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205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149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https://www.devicemart.co.kr/goods/view?no=13215308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561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06941-172E-3955-DC8C-EBAFAD42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CCCCC7-A903-0647-8F9F-65A70298B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7349"/>
            <a:ext cx="10515600" cy="709613"/>
          </a:xfrm>
        </p:spPr>
        <p:txBody>
          <a:bodyPr/>
          <a:lstStyle/>
          <a:p>
            <a:r>
              <a:rPr lang="en-US" altLang="ko-KR" dirty="0"/>
              <a:t>https://blog.naver.com/techref/222306196195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E3297-9C76-3C45-0EDB-7751F712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4C80D-7F10-41DF-BAE3-DE9B31EE6FF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E0DA81-A288-6C0E-9D92-57DA77496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524" y="1655947"/>
            <a:ext cx="9048951" cy="286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13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73443-C6FD-8413-2215-90033306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CB22B0C-174B-0CC2-2BEC-BD644FABC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8580" y="1706399"/>
            <a:ext cx="4919014" cy="475410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EB58D1-1604-C5C2-54AF-709A3439C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B39E2F-633B-CC9D-6CB9-2FD07975115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6DAB6-78BF-F0DA-42D8-7394DD747C3E}"/>
              </a:ext>
            </a:extLst>
          </p:cNvPr>
          <p:cNvSpPr/>
          <p:nvPr/>
        </p:nvSpPr>
        <p:spPr>
          <a:xfrm>
            <a:off x="3692046" y="4140199"/>
            <a:ext cx="1603854" cy="57202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523F14-5A99-3902-2A7F-A6A845CFDFD5}"/>
              </a:ext>
            </a:extLst>
          </p:cNvPr>
          <p:cNvSpPr/>
          <p:nvPr/>
        </p:nvSpPr>
        <p:spPr>
          <a:xfrm>
            <a:off x="7188781" y="1689987"/>
            <a:ext cx="723320" cy="212001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3CE38C-A348-95AE-224A-617767A92E43}"/>
              </a:ext>
            </a:extLst>
          </p:cNvPr>
          <p:cNvSpPr/>
          <p:nvPr/>
        </p:nvSpPr>
        <p:spPr>
          <a:xfrm>
            <a:off x="4102680" y="2057400"/>
            <a:ext cx="549753" cy="3345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7F7DD7-7BFF-4FCA-3594-F0B3A7E8B152}"/>
              </a:ext>
            </a:extLst>
          </p:cNvPr>
          <p:cNvSpPr txBox="1"/>
          <p:nvPr/>
        </p:nvSpPr>
        <p:spPr>
          <a:xfrm>
            <a:off x="2745540" y="2022584"/>
            <a:ext cx="134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클럭 생성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D436C-AEDF-9241-4409-8DD5181B2355}"/>
              </a:ext>
            </a:extLst>
          </p:cNvPr>
          <p:cNvSpPr txBox="1"/>
          <p:nvPr/>
        </p:nvSpPr>
        <p:spPr>
          <a:xfrm>
            <a:off x="7890430" y="2628983"/>
            <a:ext cx="1345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-SPI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핀 동작 제어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0193D5-10A3-707D-9EB8-17900D02B806}"/>
              </a:ext>
            </a:extLst>
          </p:cNvPr>
          <p:cNvSpPr txBox="1"/>
          <p:nvPr/>
        </p:nvSpPr>
        <p:spPr>
          <a:xfrm>
            <a:off x="1896534" y="2581411"/>
            <a:ext cx="2021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분주비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설정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(SPR0, SPR1, SPI2X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비트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  <a:p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75333C-5539-C4CC-C509-96FF86720376}"/>
              </a:ext>
            </a:extLst>
          </p:cNvPr>
          <p:cNvSpPr/>
          <p:nvPr/>
        </p:nvSpPr>
        <p:spPr>
          <a:xfrm>
            <a:off x="3805589" y="2525985"/>
            <a:ext cx="1240878" cy="42888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3A6CB2-DE04-7136-BD82-562B194D0FF4}"/>
              </a:ext>
            </a:extLst>
          </p:cNvPr>
          <p:cNvSpPr txBox="1"/>
          <p:nvPr/>
        </p:nvSpPr>
        <p:spPr>
          <a:xfrm>
            <a:off x="5264472" y="1443453"/>
            <a:ext cx="202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송수신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3526A6-1BD4-9E04-C49B-05AFC505D935}"/>
              </a:ext>
            </a:extLst>
          </p:cNvPr>
          <p:cNvSpPr/>
          <p:nvPr/>
        </p:nvSpPr>
        <p:spPr>
          <a:xfrm>
            <a:off x="5468196" y="2057399"/>
            <a:ext cx="1502580" cy="77046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48FDA9-AACD-B605-6BDB-C7F3DD2A9F01}"/>
              </a:ext>
            </a:extLst>
          </p:cNvPr>
          <p:cNvSpPr/>
          <p:nvPr/>
        </p:nvSpPr>
        <p:spPr>
          <a:xfrm>
            <a:off x="6329773" y="3103232"/>
            <a:ext cx="685709" cy="52473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DBD65C-468F-D224-7318-943AEB8FC008}"/>
              </a:ext>
            </a:extLst>
          </p:cNvPr>
          <p:cNvSpPr txBox="1"/>
          <p:nvPr/>
        </p:nvSpPr>
        <p:spPr>
          <a:xfrm>
            <a:off x="5189484" y="3162497"/>
            <a:ext cx="1345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-SPI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클럭 위상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CFDDA7-B134-F6F6-D642-336D77552433}"/>
              </a:ext>
            </a:extLst>
          </p:cNvPr>
          <p:cNvSpPr txBox="1"/>
          <p:nvPr/>
        </p:nvSpPr>
        <p:spPr>
          <a:xfrm>
            <a:off x="2346559" y="4140199"/>
            <a:ext cx="13454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-SPI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동작 제어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(Master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일 경우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클럭 생성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87A1E91-17BE-3C84-1E05-B77C8F2C080E}"/>
              </a:ext>
            </a:extLst>
          </p:cNvPr>
          <p:cNvSpPr/>
          <p:nvPr/>
        </p:nvSpPr>
        <p:spPr>
          <a:xfrm>
            <a:off x="3751667" y="5151601"/>
            <a:ext cx="1345487" cy="32209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9D41C3E-062A-B0AB-FC3C-4F1E15D77C28}"/>
              </a:ext>
            </a:extLst>
          </p:cNvPr>
          <p:cNvSpPr/>
          <p:nvPr/>
        </p:nvSpPr>
        <p:spPr>
          <a:xfrm>
            <a:off x="5928054" y="5158540"/>
            <a:ext cx="1345487" cy="32209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61716A-4226-2377-C897-6F2EA766C227}"/>
              </a:ext>
            </a:extLst>
          </p:cNvPr>
          <p:cNvSpPr txBox="1"/>
          <p:nvPr/>
        </p:nvSpPr>
        <p:spPr>
          <a:xfrm>
            <a:off x="3418283" y="5687575"/>
            <a:ext cx="1928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-SPI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동작 상태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DEE2EE-93DF-5498-21D8-E69C4DD16E0C}"/>
              </a:ext>
            </a:extLst>
          </p:cNvPr>
          <p:cNvSpPr txBox="1"/>
          <p:nvPr/>
        </p:nvSpPr>
        <p:spPr>
          <a:xfrm>
            <a:off x="5862227" y="5707675"/>
            <a:ext cx="1928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-SPI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</a:t>
            </a:r>
            <a:r>
              <a:rPr lang="ko-KR" altLang="en-US" b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모듈 설정</a:t>
            </a:r>
            <a:endParaRPr lang="en-US" altLang="ko-KR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1175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4BF71-7B77-C6C0-99DD-B0F27FC8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BMP280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A7BC69-FBC6-31D3-6B48-50E10296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1C7E29-4575-E361-1CA3-3FAD3F363DD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0A2C7C-914A-3F7B-3472-274707B66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228" y="2378932"/>
            <a:ext cx="3650046" cy="1784824"/>
          </a:xfrm>
          <a:prstGeom prst="rect">
            <a:avLst/>
          </a:prstGeom>
        </p:spPr>
      </p:pic>
      <p:pic>
        <p:nvPicPr>
          <p:cNvPr id="1026" name="Picture 2" descr="아두이노 대기압/고도 센서 모듈 BMP280 납땜 [TYE-BMP29] / 디바이스마트">
            <a:extLst>
              <a:ext uri="{FF2B5EF4-FFF2-40B4-BE49-F238E27FC236}">
                <a16:creationId xmlns:a16="http://schemas.microsoft.com/office/drawing/2014/main" id="{C6A60CFA-0ABF-825E-3234-9F452C950C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047" y="1489829"/>
            <a:ext cx="3563030" cy="356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C80A53E-91A0-55EA-7DC2-083DBEB432C5}"/>
              </a:ext>
            </a:extLst>
          </p:cNvPr>
          <p:cNvSpPr txBox="1">
            <a:spLocks/>
          </p:cNvSpPr>
          <p:nvPr/>
        </p:nvSpPr>
        <p:spPr>
          <a:xfrm>
            <a:off x="838200" y="4695753"/>
            <a:ext cx="10515600" cy="124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0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 대기압</a:t>
            </a:r>
            <a:r>
              <a:rPr lang="en-US" altLang="ko-KR" sz="2800" b="0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2800" b="1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우리를 누르고 있는 공기</a:t>
            </a:r>
            <a:r>
              <a:rPr lang="en-US" altLang="ko-KR" sz="2800" b="1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2800" b="1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대기</a:t>
            </a:r>
            <a:r>
              <a:rPr lang="en-US" altLang="ko-KR" sz="2800" b="1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r>
              <a:rPr lang="ko-KR" altLang="en-US" sz="2800" b="1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의 압력</a:t>
            </a:r>
            <a:r>
              <a:rPr lang="en-US" altLang="ko-KR" sz="2800" b="1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r>
              <a:rPr lang="ko-KR" altLang="en-US" sz="2800" b="1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을 측정하는 센서</a:t>
            </a:r>
            <a:endParaRPr lang="en-US" altLang="ko-KR" sz="2800" b="1" i="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r>
              <a:rPr lang="ko-KR" altLang="en-US" sz="2800" b="1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해수면 기준</a:t>
            </a:r>
            <a:endParaRPr lang="en-US" altLang="ko-KR" sz="2800" b="1" i="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5200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FAD2C-6898-F4E4-EAE9-1C49E0E6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BMP280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0FB345B-6920-1227-C70D-E0FB69768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295" y="1362490"/>
            <a:ext cx="3035456" cy="4750044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8C99B-2719-FB8A-0145-3A77AAD9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7EF097-974E-93EB-6BDF-FA4482A0005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23276E-CD76-459D-C397-6EC1A137C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394" y="1312869"/>
            <a:ext cx="4163248" cy="1966596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F41D0F3-459B-6D31-10D9-B13BE2AD259F}"/>
              </a:ext>
            </a:extLst>
          </p:cNvPr>
          <p:cNvSpPr txBox="1">
            <a:spLocks/>
          </p:cNvSpPr>
          <p:nvPr/>
        </p:nvSpPr>
        <p:spPr>
          <a:xfrm>
            <a:off x="4736431" y="4056360"/>
            <a:ext cx="5954485" cy="124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b="0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 </a:t>
            </a:r>
            <a:r>
              <a:rPr lang="en-US" altLang="ko-KR" sz="2800" b="0" i="0" dirty="0">
                <a:effectLst/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examples - &gt; BMP280 -&gt; TEST</a:t>
            </a:r>
          </a:p>
          <a:p>
            <a:pPr marL="0" indent="0">
              <a:buNone/>
            </a:pPr>
            <a:endParaRPr lang="en-US" altLang="ko-KR" sz="2800" b="1" i="0" dirty="0"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  <a:p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543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80F46-9609-0CB3-4D7B-A33ADE4C3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BMP280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87D5ACF-CC93-F5F1-071B-056D6F218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076" y="1655754"/>
            <a:ext cx="6312224" cy="219721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BF834-528F-2C50-D08F-A93BC3C25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490AE7-50B6-119B-E57C-28BDDD8D0B5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3C7752-1775-F4A3-3F1E-455625D5D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144" y="1022458"/>
            <a:ext cx="3403193" cy="25388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5A6761-5AAE-4155-2366-67ECB49DE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98" y="4801583"/>
            <a:ext cx="6998593" cy="355152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118027AC-97D7-0968-0E82-AE1E7E2027B4}"/>
              </a:ext>
            </a:extLst>
          </p:cNvPr>
          <p:cNvSpPr/>
          <p:nvPr/>
        </p:nvSpPr>
        <p:spPr>
          <a:xfrm>
            <a:off x="5727032" y="4585750"/>
            <a:ext cx="1560667" cy="838773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7F929B0-C1B4-B167-7EA4-496AFF4788C2}"/>
              </a:ext>
            </a:extLst>
          </p:cNvPr>
          <p:cNvCxnSpPr>
            <a:stCxn id="12" idx="5"/>
          </p:cNvCxnSpPr>
          <p:nvPr/>
        </p:nvCxnSpPr>
        <p:spPr>
          <a:xfrm>
            <a:off x="7059145" y="5301688"/>
            <a:ext cx="539246" cy="2899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9A4F356-3AA4-F798-1ABB-15CA65F5EDA8}"/>
              </a:ext>
            </a:extLst>
          </p:cNvPr>
          <p:cNvSpPr txBox="1"/>
          <p:nvPr/>
        </p:nvSpPr>
        <p:spPr>
          <a:xfrm>
            <a:off x="6612954" y="5707075"/>
            <a:ext cx="5175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해수면 기준 기압 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hPa</a:t>
            </a:r>
            <a:r>
              <a:rPr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), </a:t>
            </a:r>
            <a:r>
              <a:rPr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날씨와 고도에 따라 다름</a:t>
            </a:r>
          </a:p>
        </p:txBody>
      </p:sp>
    </p:spTree>
    <p:extLst>
      <p:ext uri="{BB962C8B-B14F-4D97-AF65-F5344CB8AC3E}">
        <p14:creationId xmlns:p14="http://schemas.microsoft.com/office/powerpoint/2010/main" val="52814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F3A92-4C99-B5C3-E1AE-30B403FF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NFC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2FCF8A-9572-FF13-6276-AA14E13A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681B2B-C1A4-CCBA-7283-66B87EC165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  <p:pic>
        <p:nvPicPr>
          <p:cNvPr id="2050" name="Picture 2" descr="아두이노 리더기모듈세트(RFID-RC500) R - 주식회사 씽크타운">
            <a:extLst>
              <a:ext uri="{FF2B5EF4-FFF2-40B4-BE49-F238E27FC236}">
                <a16:creationId xmlns:a16="http://schemas.microsoft.com/office/drawing/2014/main" id="{6ACEA22E-AAAB-978A-DD21-91F18FAEDC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268" y="1160268"/>
            <a:ext cx="3998033" cy="399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275FC0-9B31-2C23-16A6-459989AB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255" y="2061117"/>
            <a:ext cx="4214772" cy="1944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6D0E07-05E0-AF15-FB22-CBF8603FC009}"/>
              </a:ext>
            </a:extLst>
          </p:cNvPr>
          <p:cNvSpPr txBox="1"/>
          <p:nvPr/>
        </p:nvSpPr>
        <p:spPr>
          <a:xfrm>
            <a:off x="3869754" y="5328237"/>
            <a:ext cx="5175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근거리 </a:t>
            </a:r>
            <a:r>
              <a:rPr lang="ko-KR" altLang="en-US" sz="3200" dirty="0" err="1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비접촉</a:t>
            </a:r>
            <a:r>
              <a:rPr lang="ko-KR" altLang="en-US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무선 통신</a:t>
            </a:r>
            <a:r>
              <a:rPr lang="en-US" altLang="ko-KR" sz="3200" dirty="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!</a:t>
            </a:r>
            <a:endParaRPr lang="ko-KR" altLang="en-US" sz="32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64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EEE58-CF9E-AA9F-7A3A-9A797408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20E9D-5FD0-FECA-FF2C-5C85E7BB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NFC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C64C56-03BE-1879-450B-73FDAF0A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91C73B-9AE0-241D-2C98-5BD494CFF6F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450B728-ACE3-7625-5D82-97151EADF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59" y="1470899"/>
            <a:ext cx="3501321" cy="435559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18D04DC9-50EF-00DA-E1A7-FAFE49CC6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221" y="1359967"/>
            <a:ext cx="309562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4485CF8-009A-B7CA-3E41-40533FB77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800" y="1431909"/>
            <a:ext cx="3600635" cy="222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A5982-9686-CF06-45BB-E85C76B2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5385B2-A40C-38AC-6A01-880EEE731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</a:t>
            </a:r>
            <a:r>
              <a:rPr lang="en-US" altLang="ko-KR" dirty="0"/>
              <a:t>1. BMP280 </a:t>
            </a:r>
            <a:r>
              <a:rPr lang="ko-KR" altLang="en-US" dirty="0"/>
              <a:t>센서를 이용해서 현재 지역의 고도를 </a:t>
            </a:r>
            <a:r>
              <a:rPr lang="en-US" altLang="ko-KR" dirty="0"/>
              <a:t>lcd</a:t>
            </a:r>
            <a:r>
              <a:rPr lang="ko-KR" altLang="en-US" dirty="0"/>
              <a:t>로 </a:t>
            </a:r>
            <a:r>
              <a:rPr lang="ko-KR" altLang="en-US" dirty="0" err="1"/>
              <a:t>출력해보시오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실습</a:t>
            </a:r>
            <a:r>
              <a:rPr lang="en-US" altLang="ko-KR" dirty="0"/>
              <a:t>2. NFC </a:t>
            </a:r>
            <a:r>
              <a:rPr lang="ko-KR" altLang="en-US" dirty="0"/>
              <a:t>센서를 이용하여 </a:t>
            </a:r>
            <a:r>
              <a:rPr lang="ko-KR" altLang="en-US" dirty="0" err="1"/>
              <a:t>태깅시</a:t>
            </a:r>
            <a:r>
              <a:rPr lang="ko-KR" altLang="en-US" dirty="0"/>
              <a:t> </a:t>
            </a:r>
            <a:r>
              <a:rPr lang="ko-KR" altLang="en-US" dirty="0" err="1"/>
              <a:t>부저음이</a:t>
            </a:r>
            <a:r>
              <a:rPr lang="ko-KR" altLang="en-US" dirty="0"/>
              <a:t> 울리고</a:t>
            </a:r>
            <a:r>
              <a:rPr lang="en-US" altLang="ko-KR" dirty="0"/>
              <a:t>, LED </a:t>
            </a:r>
            <a:r>
              <a:rPr lang="ko-KR" altLang="en-US" dirty="0"/>
              <a:t>점등</a:t>
            </a:r>
            <a:r>
              <a:rPr lang="en-US" altLang="ko-KR" dirty="0"/>
              <a:t>, </a:t>
            </a:r>
            <a:r>
              <a:rPr lang="ko-KR" altLang="en-US" dirty="0" err="1"/>
              <a:t>서보모터가</a:t>
            </a:r>
            <a:r>
              <a:rPr lang="ko-KR" altLang="en-US" dirty="0"/>
              <a:t> 작동하는 구성을 만들어 보세요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38C740-F348-CFA7-B008-70E852D5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6C1385-2FA4-20AB-226A-DCBC9A88ABD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8164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10177</TotalTime>
  <Words>194</Words>
  <Application>Microsoft Office PowerPoint</Application>
  <PresentationFormat>와이드스크린</PresentationFormat>
  <Paragraphs>47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G마켓 산스 Medium</vt:lpstr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SPI</vt:lpstr>
      <vt:lpstr>PowerPoint 프레젠테이션</vt:lpstr>
      <vt:lpstr>BMP280</vt:lpstr>
      <vt:lpstr>BMP280</vt:lpstr>
      <vt:lpstr>BMP280</vt:lpstr>
      <vt:lpstr>NFC</vt:lpstr>
      <vt:lpstr>NFC</vt:lpstr>
      <vt:lpstr>SPI실습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391</cp:revision>
  <dcterms:created xsi:type="dcterms:W3CDTF">2024-10-23T01:56:35Z</dcterms:created>
  <dcterms:modified xsi:type="dcterms:W3CDTF">2025-02-20T04:35:53Z</dcterms:modified>
</cp:coreProperties>
</file>