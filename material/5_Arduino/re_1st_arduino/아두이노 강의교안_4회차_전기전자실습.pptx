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7"/>
  </p:notesMasterIdLst>
  <p:sldIdLst>
    <p:sldId id="974" r:id="rId2"/>
    <p:sldId id="976" r:id="rId3"/>
    <p:sldId id="975" r:id="rId4"/>
    <p:sldId id="979" r:id="rId5"/>
    <p:sldId id="97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73" autoAdjust="0"/>
    <p:restoredTop sz="88047" autoAdjust="0"/>
  </p:normalViewPr>
  <p:slideViewPr>
    <p:cSldViewPr snapToGrid="0">
      <p:cViewPr varScale="1">
        <p:scale>
          <a:sx n="97" d="100"/>
          <a:sy n="97" d="100"/>
        </p:scale>
        <p:origin x="2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4D7BB-9D09-4DB4-979A-1857C46342D6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9D024-DE68-44ED-822F-D827F84FB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DB892B3E-B2C9-4ABA-3F1D-CD658C49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3DAE6-4CE3-4469-9D6A-F539882A399C}" type="datetime1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363AF495-5D7E-D543-8293-A330C027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0A9264D-0D91-1C47-F467-5413B437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91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>
            <a:lvl1pPr>
              <a:defRPr sz="4800"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/>
          <a:lstStyle>
            <a:lvl1pPr>
              <a:lnSpc>
                <a:spcPct val="120000"/>
              </a:lnSpc>
              <a:defRPr sz="2400"/>
            </a:lvl1pPr>
            <a:lvl2pPr>
              <a:lnSpc>
                <a:spcPct val="120000"/>
              </a:lnSpc>
              <a:defRPr sz="20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600"/>
            </a:lvl4pPr>
            <a:lvl5pPr>
              <a:lnSpc>
                <a:spcPct val="120000"/>
              </a:lnSpc>
              <a:defRPr sz="16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3132" y="64616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AB071787-BEA6-876C-E4BF-4F7DA248C8F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CB95ED6E-7B0F-4B6C-9908-106DB9E81E69}" type="datetime1">
              <a:rPr lang="ko-KR" altLang="en-US" smtClean="0"/>
              <a:pPr/>
              <a:t>2025-02-11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280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9203132" y="6460503"/>
            <a:ext cx="2743200" cy="365125"/>
          </a:xfrm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C0041CF3-1C40-1D36-FCE7-B0C1B7E6D23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45668" y="6462865"/>
            <a:ext cx="2743200" cy="365125"/>
          </a:xfrm>
        </p:spPr>
        <p:txBody>
          <a:bodyPr/>
          <a:lstStyle/>
          <a:p>
            <a:fld id="{0460C473-5043-4A0C-BA50-E7CF4923C0AF}" type="datetime1">
              <a:rPr lang="ko-KR" altLang="en-US" smtClean="0"/>
              <a:t>2025-02-11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65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06F24-622A-4AA1-9EE9-61C4C87F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AB5AB4-9652-19D9-0752-DD330A0A8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474C-7253-486D-AE50-733ADFB5D683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00FB5B-CBB9-D05F-2D4C-35F2E277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FD3D05-2043-7424-C7F9-3D759F9A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5429-C731-4E12-954F-54C9E5190F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6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925" y="346271"/>
            <a:ext cx="1557011" cy="334766"/>
          </a:xfrm>
          <a:prstGeom prst="rect">
            <a:avLst/>
          </a:prstGeom>
        </p:spPr>
      </p:pic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CA0B132A-0C32-2FCA-B554-244CF063F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5668" y="6460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066FE-BDE3-468C-B421-746EC827A4EE}" type="datetime1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A4579422-9426-9FEC-70F2-16B5A9ADE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0E2B5B01-93B1-9ADC-F3DF-2B340E54E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132" y="6459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190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730A96-9A02-EDB8-DF4B-FBA88ADF5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전기전자 실습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75BA60D-F35C-4D48-7D2A-C4A3C0928F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9554" y="2204958"/>
            <a:ext cx="4692891" cy="3092609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D1DE4B-53C0-14A9-8F24-E729973BC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E0EB2C-6BD9-0E97-5BB5-9B10FD697E7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2025-02-11</a:t>
            </a:fld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290CEEC-5F2D-3A7C-A61A-49BB85533093}"/>
              </a:ext>
            </a:extLst>
          </p:cNvPr>
          <p:cNvSpPr txBox="1">
            <a:spLocks/>
          </p:cNvSpPr>
          <p:nvPr/>
        </p:nvSpPr>
        <p:spPr>
          <a:xfrm>
            <a:off x="838200" y="5519714"/>
            <a:ext cx="10515600" cy="690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R1, R2 </a:t>
            </a:r>
            <a:r>
              <a:rPr lang="ko-KR" altLang="en-US" dirty="0"/>
              <a:t>저항의 양끝단에 걸리는 전압</a:t>
            </a:r>
            <a:r>
              <a:rPr lang="en-US" altLang="ko-KR" dirty="0"/>
              <a:t>/</a:t>
            </a:r>
            <a:r>
              <a:rPr lang="ko-KR" altLang="en-US" dirty="0"/>
              <a:t>전류를 </a:t>
            </a:r>
            <a:r>
              <a:rPr lang="ko-KR" altLang="en-US" dirty="0" err="1"/>
              <a:t>구하시오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3796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8B85A-4D85-7BF5-53EA-4BF138634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C1A5A-4C36-AD5B-5701-614A7B611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전기전자 실습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3DCA43-FAFF-539D-D0A3-0E0582E9E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9B2F1F-5634-141C-067B-BB03D0D25F8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2025-02-11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85AB02E-7874-1199-49E0-7E290095F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248" y="1492150"/>
            <a:ext cx="4921503" cy="3873699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F1049417-8233-328C-8745-7F1A1FB9E77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5525871"/>
            <a:ext cx="10515600" cy="651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R1, R2 </a:t>
            </a:r>
            <a:r>
              <a:rPr lang="ko-KR" altLang="en-US" dirty="0"/>
              <a:t>저항의 양끝단에 걸리는 전압</a:t>
            </a:r>
            <a:r>
              <a:rPr lang="en-US" altLang="ko-KR" dirty="0"/>
              <a:t>/</a:t>
            </a:r>
            <a:r>
              <a:rPr lang="ko-KR" altLang="en-US" dirty="0"/>
              <a:t>전류를 </a:t>
            </a:r>
            <a:r>
              <a:rPr lang="ko-KR" altLang="en-US" dirty="0" err="1"/>
              <a:t>구하시오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5873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E3A034-BC6B-DEA2-ADD9-F5A255B91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게이트 실습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2FC92E-542A-F249-2B47-3B8D8D78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CB9F4F-46F8-3485-1B33-877455344BC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2025-02-11</a:t>
            </a:fld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D467CDE5-D536-9854-C038-6D992E5B6A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7829" y="3136837"/>
            <a:ext cx="2082907" cy="201305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26BF157-ABE4-885A-167D-3655304A9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268" y="3136837"/>
            <a:ext cx="2190863" cy="1930499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BF866877-8AD3-C7D3-B7BB-5046CF3759A4}"/>
              </a:ext>
            </a:extLst>
          </p:cNvPr>
          <p:cNvSpPr txBox="1">
            <a:spLocks/>
          </p:cNvSpPr>
          <p:nvPr/>
        </p:nvSpPr>
        <p:spPr>
          <a:xfrm>
            <a:off x="654004" y="1879600"/>
            <a:ext cx="10515600" cy="651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트랜지스터</a:t>
            </a:r>
            <a:r>
              <a:rPr lang="en-US" altLang="ko-KR" dirty="0"/>
              <a:t>(NPN, PNP)</a:t>
            </a:r>
            <a:r>
              <a:rPr lang="ko-KR" altLang="en-US" dirty="0"/>
              <a:t>를 이용하여 아래 논리 게이트를 구현해 </a:t>
            </a:r>
            <a:r>
              <a:rPr lang="ko-KR" altLang="en-US" dirty="0" err="1"/>
              <a:t>보시오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88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469E0-49F7-1693-613F-6F439B35A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FD0B9E-91E2-07CE-5476-7E10FF741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게이트 실습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DC27E0-7D80-5F55-369A-79BE934D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003997-3CF7-0A8A-5438-95ECE82CB6B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2025-02-11</a:t>
            </a:fld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498C26DF-D41C-6750-5B6E-09C04442A7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5996" y="3220906"/>
            <a:ext cx="1790792" cy="156853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CF3F3B2-90CE-039C-B021-9F74DEA29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25" y="3220906"/>
            <a:ext cx="1978784" cy="1701536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84C8405D-5F7D-DC1C-3BAE-6E05684690F4}"/>
              </a:ext>
            </a:extLst>
          </p:cNvPr>
          <p:cNvSpPr txBox="1">
            <a:spLocks/>
          </p:cNvSpPr>
          <p:nvPr/>
        </p:nvSpPr>
        <p:spPr>
          <a:xfrm>
            <a:off x="654004" y="1879600"/>
            <a:ext cx="10515600" cy="651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트랜지스터</a:t>
            </a:r>
            <a:r>
              <a:rPr lang="en-US" altLang="ko-KR" dirty="0"/>
              <a:t>(NPN, PNP)</a:t>
            </a:r>
            <a:r>
              <a:rPr lang="ko-KR" altLang="en-US" dirty="0"/>
              <a:t>를 이용하여 아래 논리 게이트를 구현해 </a:t>
            </a:r>
            <a:r>
              <a:rPr lang="ko-KR" altLang="en-US" dirty="0" err="1"/>
              <a:t>보시오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2393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9BE3C-2DF1-33F6-42C9-94552655D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272F21-ED65-53FB-AE24-5758F02CD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게이트 실습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57DD5E-FE51-B903-F5C8-181952ED5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C1E41B-B42D-E6E9-EEE3-6342CC6F9F4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2025-02-11</a:t>
            </a:fld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70BECA0-95FD-D187-D29E-0D4225AF55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740" y="2946874"/>
            <a:ext cx="3654983" cy="194616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B4E0B9-78C8-B132-BD1E-9F099818A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922" y="2746862"/>
            <a:ext cx="4276270" cy="2346184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81D43625-CFC7-2968-4640-D423BFD872D0}"/>
              </a:ext>
            </a:extLst>
          </p:cNvPr>
          <p:cNvSpPr txBox="1">
            <a:spLocks/>
          </p:cNvSpPr>
          <p:nvPr/>
        </p:nvSpPr>
        <p:spPr>
          <a:xfrm>
            <a:off x="2028494" y="5325200"/>
            <a:ext cx="2028245" cy="651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/>
              <a:t>반가산기</a:t>
            </a:r>
            <a:endParaRPr lang="ko-KR" altLang="en-US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3D19F936-799C-EDDD-68AA-18C73E2ACBF3}"/>
              </a:ext>
            </a:extLst>
          </p:cNvPr>
          <p:cNvSpPr txBox="1">
            <a:spLocks/>
          </p:cNvSpPr>
          <p:nvPr/>
        </p:nvSpPr>
        <p:spPr>
          <a:xfrm>
            <a:off x="668257" y="1708505"/>
            <a:ext cx="10515600" cy="651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아래 진리표를 만족하는 전가산기를 구현해 </a:t>
            </a:r>
            <a:r>
              <a:rPr lang="ko-KR" altLang="en-US" dirty="0" err="1"/>
              <a:t>보시오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5BE7201-9069-CDD2-1DFE-B88073F5DA99}"/>
              </a:ext>
            </a:extLst>
          </p:cNvPr>
          <p:cNvSpPr txBox="1">
            <a:spLocks/>
          </p:cNvSpPr>
          <p:nvPr/>
        </p:nvSpPr>
        <p:spPr>
          <a:xfrm>
            <a:off x="7430471" y="5325200"/>
            <a:ext cx="2028245" cy="651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 err="1"/>
              <a:t>진리표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397917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메이플스토리"/>
        <a:ea typeface="메이플스토리"/>
        <a:cs typeface=""/>
      </a:majorFont>
      <a:minorFont>
        <a:latin typeface="메이플스토리"/>
        <a:ea typeface="메이플스토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9960</TotalTime>
  <Words>74</Words>
  <Application>Microsoft Office PowerPoint</Application>
  <PresentationFormat>와이드스크린</PresentationFormat>
  <Paragraphs>22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G마켓 산스 TTF Bold</vt:lpstr>
      <vt:lpstr>G마켓 산스 TTF Medium</vt:lpstr>
      <vt:lpstr>맑은 고딕</vt:lpstr>
      <vt:lpstr>메이플스토리</vt:lpstr>
      <vt:lpstr>Arial</vt:lpstr>
      <vt:lpstr>1_Office 테마</vt:lpstr>
      <vt:lpstr>전기전자 실습</vt:lpstr>
      <vt:lpstr>전기전자 실습</vt:lpstr>
      <vt:lpstr>게이트 실습</vt:lpstr>
      <vt:lpstr>게이트 실습</vt:lpstr>
      <vt:lpstr>게이트 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 Coding</dc:creator>
  <cp:lastModifiedBy>On Coding</cp:lastModifiedBy>
  <cp:revision>373</cp:revision>
  <dcterms:created xsi:type="dcterms:W3CDTF">2024-10-23T01:56:35Z</dcterms:created>
  <dcterms:modified xsi:type="dcterms:W3CDTF">2025-02-11T04:30:42Z</dcterms:modified>
</cp:coreProperties>
</file>