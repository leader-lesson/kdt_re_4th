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5"/>
  </p:notesMasterIdLst>
  <p:sldIdLst>
    <p:sldId id="1048" r:id="rId2"/>
    <p:sldId id="832" r:id="rId3"/>
    <p:sldId id="981" r:id="rId4"/>
    <p:sldId id="1049" r:id="rId5"/>
    <p:sldId id="1050" r:id="rId6"/>
    <p:sldId id="1014" r:id="rId7"/>
    <p:sldId id="1020" r:id="rId8"/>
    <p:sldId id="1015" r:id="rId9"/>
    <p:sldId id="1016" r:id="rId10"/>
    <p:sldId id="1017" r:id="rId11"/>
    <p:sldId id="1018" r:id="rId12"/>
    <p:sldId id="1019" r:id="rId13"/>
    <p:sldId id="750" r:id="rId14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6"/>
    </p:embeddedFont>
    <p:embeddedFont>
      <p:font typeface="Pretendard Black" panose="02000A03000000020004" pitchFamily="2" charset="-127"/>
      <p:bold r:id="rId17"/>
    </p:embeddedFont>
    <p:embeddedFont>
      <p:font typeface="Pretendard Light" panose="02000403000000020004" pitchFamily="2" charset="-127"/>
      <p:regular r:id="rId18"/>
    </p:embeddedFont>
    <p:embeddedFont>
      <p:font typeface="Pretendard Medium" panose="02000603000000020004" pitchFamily="2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메이플스토리" panose="02000300000000000000" pitchFamily="2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50"/>
    <a:srgbClr val="00B0F0"/>
    <a:srgbClr val="0000FF"/>
    <a:srgbClr val="3399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24" autoAdjust="0"/>
    <p:restoredTop sz="95858" autoAdjust="0"/>
  </p:normalViewPr>
  <p:slideViewPr>
    <p:cSldViewPr snapToGrid="0">
      <p:cViewPr varScale="1">
        <p:scale>
          <a:sx n="123" d="100"/>
          <a:sy n="123" d="100"/>
        </p:scale>
        <p:origin x="222" y="114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9C11E-4EF0-425E-89BA-56B1709018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85E4C-4682-4BB3-B64C-03E9D3B1E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47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9E87-66A6-032F-2930-0219AADB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C32367-8DD5-7F9B-907C-C7237BDE5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2EB2F1-BE1B-8436-40EC-5EFB2F6D5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591D0C-B277-BFF1-987C-9E1422192C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219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06989-CF4C-AD68-3586-7E3DE9A7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84F596-C8C5-8402-F5E7-7D0E9EFCB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FEC1C6-E1CC-2DF8-DCC4-3BE0BFCF0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EAADF4-8949-CDB0-66DD-BD080363D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902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BBB-0327-F05B-BA6E-BD28825A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118E9-9940-D0AD-B6E7-3E0835A42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36843-70BF-4F56-D3B9-42713A3D8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E3D67-AE9A-C70A-487F-43ABF9619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94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70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509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634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80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5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9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43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3F632-07D5-3381-58E9-4C0EC0351F40}"/>
              </a:ext>
            </a:extLst>
          </p:cNvPr>
          <p:cNvSpPr txBox="1"/>
          <p:nvPr/>
        </p:nvSpPr>
        <p:spPr>
          <a:xfrm>
            <a:off x="2988443" y="2228534"/>
            <a:ext cx="62151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미니프로젝트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(2)</a:t>
            </a:r>
          </a:p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RPG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게임 만들기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0907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ED7D31"/>
                </a:solidFill>
              </a:rPr>
              <a:t>RPG </a:t>
            </a:r>
            <a:r>
              <a:rPr lang="ko-KR" altLang="en-US" dirty="0">
                <a:solidFill>
                  <a:srgbClr val="ED7D31"/>
                </a:solidFill>
              </a:rPr>
              <a:t>게임 만들기 </a:t>
            </a:r>
            <a:r>
              <a:rPr lang="en-US" altLang="ko-KR" dirty="0">
                <a:solidFill>
                  <a:srgbClr val="ED7D31"/>
                </a:solidFill>
              </a:rPr>
              <a:t>– </a:t>
            </a:r>
            <a:r>
              <a:rPr lang="ko-KR" altLang="en-US" dirty="0">
                <a:solidFill>
                  <a:srgbClr val="ED7D31"/>
                </a:solidFill>
              </a:rPr>
              <a:t>문제 설명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518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플레이어는 자신의 캐릭터를 선택한 후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적 캐릭터를 선택하여 전투를 진행한다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캐릭터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전사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마법사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도적</a:t>
            </a:r>
            <a:endParaRPr lang="en-US" altLang="ko-KR" sz="28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전투 방식</a:t>
            </a:r>
            <a:endParaRPr lang="en-US" altLang="ko-KR" sz="28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턴 기반 전투 시스템으로 진행한다</a:t>
            </a:r>
            <a:endParaRPr lang="en-US" altLang="ko-KR" sz="28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기본 공격과 특수 공격을 사용할 수 있다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전투의 선공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첫 번째 공격자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을 랜덤으로 결정한다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승리 시 새로운 적을 선택하여 전투를 계속 진행할 수 있으며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패배 시 게임이 종료된다</a:t>
            </a:r>
            <a:r>
              <a:rPr lang="en-US" altLang="ko-KR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23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D1C1-BC0C-1D32-09CB-A6C8F90D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0E7C159-743E-61DF-1843-F2B4F7DCE3C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ED7D31"/>
                </a:solidFill>
              </a:rPr>
              <a:t>RPG </a:t>
            </a:r>
            <a:r>
              <a:rPr lang="ko-KR" altLang="en-US" dirty="0">
                <a:solidFill>
                  <a:srgbClr val="ED7D31"/>
                </a:solidFill>
              </a:rPr>
              <a:t>게임 만들기 </a:t>
            </a:r>
            <a:r>
              <a:rPr lang="en-US" altLang="ko-KR" dirty="0">
                <a:solidFill>
                  <a:srgbClr val="ED7D31"/>
                </a:solidFill>
              </a:rPr>
              <a:t>– </a:t>
            </a:r>
            <a:r>
              <a:rPr lang="ko-KR" altLang="en-US" dirty="0">
                <a:solidFill>
                  <a:srgbClr val="ED7D31"/>
                </a:solidFill>
              </a:rPr>
              <a:t>폴더 구조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0A618E-637E-DB2E-87DC-B6BA8AD91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736" y="1145407"/>
            <a:ext cx="2793728" cy="49106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2319E-219A-F809-9F15-749D557297CD}"/>
              </a:ext>
            </a:extLst>
          </p:cNvPr>
          <p:cNvSpPr txBox="1"/>
          <p:nvPr/>
        </p:nvSpPr>
        <p:spPr>
          <a:xfrm>
            <a:off x="5020733" y="3085777"/>
            <a:ext cx="611293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📌 각 기능을 모듈로 분리해서 구현</a:t>
            </a:r>
            <a:endParaRPr lang="en-US" altLang="ko-KR" sz="28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85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953C-EA11-7542-9345-09CDBF21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39AD6DF-769A-6A07-875A-939819AC1FF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ED7D31"/>
                </a:solidFill>
              </a:rPr>
              <a:t>RPG </a:t>
            </a:r>
            <a:r>
              <a:rPr lang="ko-KR" altLang="en-US" dirty="0">
                <a:solidFill>
                  <a:srgbClr val="ED7D31"/>
                </a:solidFill>
              </a:rPr>
              <a:t>게임 만들기 </a:t>
            </a:r>
            <a:r>
              <a:rPr lang="en-US" altLang="ko-KR" dirty="0">
                <a:solidFill>
                  <a:srgbClr val="ED7D31"/>
                </a:solidFill>
              </a:rPr>
              <a:t>– __init__.py</a:t>
            </a:r>
            <a:r>
              <a:rPr lang="ko-KR" altLang="en-US" dirty="0">
                <a:solidFill>
                  <a:srgbClr val="ED7D31"/>
                </a:solidFill>
              </a:rPr>
              <a:t>의 활용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E338A0-32B9-F03C-62C2-864DC15B9C59}"/>
              </a:ext>
            </a:extLst>
          </p:cNvPr>
          <p:cNvSpPr/>
          <p:nvPr/>
        </p:nvSpPr>
        <p:spPr>
          <a:xfrm>
            <a:off x="251788" y="813232"/>
            <a:ext cx="11557209" cy="197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💡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__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init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__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의 활용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패키지가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될 때 초기화 코드 실행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from characters import Warrior, Mage, Rogue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처럼 간단한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패키지 초기화 시 필요한 설정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공통 로깅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상수 로드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한 곳에서 처리 가능</a:t>
            </a: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CCF27D-D4D3-7212-9F18-CB77E1355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8" y="2791402"/>
            <a:ext cx="6096000" cy="3435047"/>
          </a:xfrm>
          <a:prstGeom prst="rect">
            <a:avLst/>
          </a:prstGeom>
        </p:spPr>
      </p:pic>
      <p:pic>
        <p:nvPicPr>
          <p:cNvPr id="14" name="그림 1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96BB2E-AC28-787C-EDB5-0E62326B1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650" y="3015455"/>
            <a:ext cx="6577262" cy="284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2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ED7D31"/>
                </a:solidFill>
              </a:rPr>
              <a:t>Character(</a:t>
            </a:r>
            <a:r>
              <a:rPr lang="ko-KR" altLang="en-US" dirty="0">
                <a:solidFill>
                  <a:srgbClr val="ED7D31"/>
                </a:solidFill>
              </a:rPr>
              <a:t>추상 클래스</a:t>
            </a:r>
            <a:r>
              <a:rPr lang="en-US" altLang="ko-KR" dirty="0">
                <a:solidFill>
                  <a:srgbClr val="ED7D31"/>
                </a:solidFill>
              </a:rPr>
              <a:t>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742942"/>
            <a:ext cx="11557209" cy="55382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인스턴스 변수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name: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캐릭터 이름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level: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캐릭터 레벨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health: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체력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attack_power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공격력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인스턴스 메서드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attack(self, target):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기본 공격 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추상 메서드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special_attack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(self, target):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특수 공격 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추상 메서드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take_damage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(self, damage):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피해를 입으면 체력이 감소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Is_alive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체력이 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이하이면 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false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반환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show_status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캐릭터 정보를 출력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reset_health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(self):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캐릭터의 체력을 초기화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get_name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(self):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캐릭터의 이름을 가져옴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3021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 err="1">
                <a:solidFill>
                  <a:srgbClr val="ED7D31"/>
                </a:solidFill>
              </a:rPr>
              <a:t>클래스별</a:t>
            </a:r>
            <a:r>
              <a:rPr lang="ko-KR" altLang="en-US" dirty="0">
                <a:solidFill>
                  <a:srgbClr val="ED7D31"/>
                </a:solidFill>
              </a:rPr>
              <a:t> 기본값</a:t>
            </a:r>
            <a:r>
              <a:rPr lang="en-US" altLang="ko-KR" dirty="0">
                <a:solidFill>
                  <a:srgbClr val="ED7D31"/>
                </a:solidFill>
              </a:rPr>
              <a:t>(</a:t>
            </a:r>
            <a:r>
              <a:rPr lang="ko-KR" altLang="en-US" dirty="0">
                <a:solidFill>
                  <a:srgbClr val="ED7D31"/>
                </a:solidFill>
              </a:rPr>
              <a:t>예시</a:t>
            </a:r>
            <a:r>
              <a:rPr lang="en-US" altLang="ko-KR" dirty="0">
                <a:solidFill>
                  <a:srgbClr val="ED7D31"/>
                </a:solidFill>
              </a:rPr>
              <a:t>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695993"/>
              </p:ext>
            </p:extLst>
          </p:nvPr>
        </p:nvGraphicFramePr>
        <p:xfrm>
          <a:off x="534670" y="1425734"/>
          <a:ext cx="11122659" cy="3237708"/>
        </p:xfrm>
        <a:graphic>
          <a:graphicData uri="http://schemas.openxmlformats.org/drawingml/2006/table">
            <a:tbl>
              <a:tblPr/>
              <a:tblGrid>
                <a:gridCol w="194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5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94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캐릭터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체력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HP)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공격력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ATK)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특수 능력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4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전사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Warrior)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특수 공격 시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 공격력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본인 체력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5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감소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4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마법사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Mage)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마나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100,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특수 공격 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1.5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 공격력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마나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20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소모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4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도적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Rogue)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특수 공격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급습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확률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70%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성공 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 공격력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B215A4-8413-C18B-199D-14B683B1EAA1}"/>
              </a:ext>
            </a:extLst>
          </p:cNvPr>
          <p:cNvSpPr txBox="1"/>
          <p:nvPr/>
        </p:nvSpPr>
        <p:spPr>
          <a:xfrm>
            <a:off x="506168" y="4754455"/>
            <a:ext cx="6587060" cy="1136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실제 기본값은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통해 초기화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위 기본값은 예시이며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임의로 기호에 맞게 설정할 것</a:t>
            </a:r>
          </a:p>
        </p:txBody>
      </p:sp>
    </p:spTree>
    <p:extLst>
      <p:ext uri="{BB962C8B-B14F-4D97-AF65-F5344CB8AC3E}">
        <p14:creationId xmlns:p14="http://schemas.microsoft.com/office/powerpoint/2010/main" val="15512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전사</a:t>
            </a:r>
            <a:r>
              <a:rPr lang="en-US" altLang="ko-KR" dirty="0">
                <a:solidFill>
                  <a:srgbClr val="ED7D31"/>
                </a:solidFill>
              </a:rPr>
              <a:t>(Warrior) </a:t>
            </a:r>
            <a:r>
              <a:rPr lang="ko-KR" altLang="en-US" dirty="0">
                <a:solidFill>
                  <a:srgbClr val="ED7D31"/>
                </a:solidFill>
              </a:rPr>
              <a:t>클래스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Character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클래스를 상속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특수 공격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"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강력한 일격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" (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power_strike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2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배의 공격력을 가하지만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본인도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5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의 체력을 잃음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920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마법사</a:t>
            </a:r>
            <a:r>
              <a:rPr lang="en-US" altLang="ko-KR" dirty="0">
                <a:solidFill>
                  <a:srgbClr val="ED7D31"/>
                </a:solidFill>
              </a:rPr>
              <a:t>(Mage) </a:t>
            </a:r>
            <a:r>
              <a:rPr lang="ko-KR" altLang="en-US" dirty="0">
                <a:solidFill>
                  <a:srgbClr val="ED7D31"/>
                </a:solidFill>
              </a:rPr>
              <a:t>클래스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Character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클래스를 상속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추가 인스턴스 변수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mana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(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마나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기본값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100)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특수 공격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“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파이어볼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fireball"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마나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20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을 소모하여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1.5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배의 공격력으로 공격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마나 부족 시 예외 발생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예외 처리 필요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104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도적</a:t>
            </a:r>
            <a:r>
              <a:rPr lang="en-US" altLang="ko-KR" dirty="0">
                <a:solidFill>
                  <a:srgbClr val="ED7D31"/>
                </a:solidFill>
              </a:rPr>
              <a:t>(Rogue) </a:t>
            </a:r>
            <a:r>
              <a:rPr lang="ko-KR" altLang="en-US" dirty="0">
                <a:solidFill>
                  <a:srgbClr val="ED7D31"/>
                </a:solidFill>
              </a:rPr>
              <a:t>클래스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Character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클래스를 상속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특수 공격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"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급습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(ambush)"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랜덤 모듈을 이용해서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70%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확률로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3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배 </a:t>
            </a:r>
            <a:r>
              <a:rPr lang="ko-KR" altLang="en-US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데미지를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입힘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랜덤 확률 시스템 활용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실패 시 공격하지 않음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9562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전투 관리 시스템</a:t>
            </a:r>
            <a:r>
              <a:rPr lang="en-US" altLang="ko-KR" dirty="0">
                <a:solidFill>
                  <a:srgbClr val="ED7D31"/>
                </a:solidFill>
              </a:rPr>
              <a:t>(</a:t>
            </a:r>
            <a:r>
              <a:rPr lang="en-US" altLang="ko-KR" dirty="0" err="1">
                <a:solidFill>
                  <a:srgbClr val="ED7D31"/>
                </a:solidFill>
              </a:rPr>
              <a:t>BattleManager</a:t>
            </a:r>
            <a:r>
              <a:rPr lang="en-US" altLang="ko-KR" dirty="0">
                <a:solidFill>
                  <a:srgbClr val="ED7D31"/>
                </a:solidFill>
              </a:rPr>
              <a:t>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865724"/>
            <a:ext cx="11557209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인스턴스 메서드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start_battle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구현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전투 흐름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랜덤 모듈을 이용해서 전투의 선공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첫 번째 공격자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을 랜덤으로 결정한다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첫 번째 캐릭터가 공격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두 번째 캐릭터가 살아있으면 반격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한 캐릭터의 체력이 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0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이 되면 전투 종료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타임 모듈을 이용해서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전투 </a:t>
            </a:r>
            <a:r>
              <a:rPr lang="ko-KR" altLang="en-US" sz="20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진행시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딜레이를 추가하여 더 자연스러운 전투를 연출한다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.</a:t>
            </a:r>
            <a:endParaRPr lang="ko-KR" altLang="en-US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기본 공격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vs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특수 공격 선택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랜덤 모듈을 통해 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70% 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확률로 기본 공격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, 30% 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확률로 특수 공격 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예외 발생 가능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예외 처리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마나 부족 시 공격 불가</a:t>
            </a:r>
            <a:endParaRPr lang="en-US" altLang="ko-KR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384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065-E5C9-317D-4847-E7D318A4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931D0-BF86-F91E-4DF6-FF687622491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게임 실행 흐름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31F7FA-2916-28CC-EDA4-11880A83DD98}"/>
              </a:ext>
            </a:extLst>
          </p:cNvPr>
          <p:cNvSpPr/>
          <p:nvPr/>
        </p:nvSpPr>
        <p:spPr>
          <a:xfrm>
            <a:off x="317395" y="1109564"/>
            <a:ext cx="11557209" cy="4460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캐릭터 선택 함수 구현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choose_character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(prompt)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사용자가 자신의 캐릭터 선택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사용자가 상대 캐릭터 선택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※ while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문 이용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BattleManger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클래스의 </a:t>
            </a:r>
            <a:r>
              <a:rPr lang="en-US" altLang="ko-KR" sz="2400" dirty="0" err="1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start_battle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로 전투 실행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플레이어가 승리하면 새로운 적을 선택하여 전투 진행 가능 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(y/n </a:t>
            </a: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입력으로 선택 가능</a:t>
            </a: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※ while</a:t>
            </a:r>
            <a:r>
              <a:rPr lang="ko-KR" altLang="en-US" sz="240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문 이용</a:t>
            </a:r>
            <a:endParaRPr lang="en-US" altLang="ko-KR" sz="24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패배 시 게임 종료</a:t>
            </a:r>
          </a:p>
        </p:txBody>
      </p:sp>
    </p:spTree>
    <p:extLst>
      <p:ext uri="{BB962C8B-B14F-4D97-AF65-F5344CB8AC3E}">
        <p14:creationId xmlns:p14="http://schemas.microsoft.com/office/powerpoint/2010/main" val="2533772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5127167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7738</TotalTime>
  <Words>615</Words>
  <Application>Microsoft Office PowerPoint</Application>
  <PresentationFormat>와이드스크린</PresentationFormat>
  <Paragraphs>101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맑은 고딕</vt:lpstr>
      <vt:lpstr>Wingdings</vt:lpstr>
      <vt:lpstr>메이플스토리</vt:lpstr>
      <vt:lpstr>Pretendard Light</vt:lpstr>
      <vt:lpstr>G마켓 산스 TTF Bold</vt:lpstr>
      <vt:lpstr>Arial</vt:lpstr>
      <vt:lpstr>Pretendard Black</vt:lpstr>
      <vt:lpstr>Pretendard Medium</vt:lpstr>
      <vt:lpstr>1_Office 테마</vt:lpstr>
      <vt:lpstr>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soyon6743@nate.com</dc:creator>
  <cp:lastModifiedBy>On Coding</cp:lastModifiedBy>
  <cp:revision>791</cp:revision>
  <dcterms:created xsi:type="dcterms:W3CDTF">2023-01-30T00:45:54Z</dcterms:created>
  <dcterms:modified xsi:type="dcterms:W3CDTF">2025-09-01T00:59:45Z</dcterms:modified>
</cp:coreProperties>
</file>