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"/>
  </p:notesMasterIdLst>
  <p:sldIdLst>
    <p:sldId id="981" r:id="rId2"/>
    <p:sldId id="990" r:id="rId3"/>
    <p:sldId id="992" r:id="rId4"/>
    <p:sldId id="993" r:id="rId5"/>
    <p:sldId id="994" r:id="rId6"/>
    <p:sldId id="995" r:id="rId7"/>
    <p:sldId id="99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73" autoAdjust="0"/>
    <p:restoredTop sz="88047" autoAdjust="0"/>
  </p:normalViewPr>
  <p:slideViewPr>
    <p:cSldViewPr snapToGrid="0">
      <p:cViewPr varScale="1">
        <p:scale>
          <a:sx n="93" d="100"/>
          <a:sy n="93" d="100"/>
        </p:scale>
        <p:origin x="6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DB892B3E-B2C9-4ABA-3F1D-CD658C49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DAE6-4CE3-4469-9D6A-F539882A399C}" type="datetime1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AB071787-BEA6-876C-E4BF-4F7DA248C8F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C0041CF3-1C40-1D36-FCE7-B0C1B7E6D23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45668" y="6462865"/>
            <a:ext cx="2743200" cy="365125"/>
          </a:xfrm>
        </p:spPr>
        <p:txBody>
          <a:bodyPr/>
          <a:lstStyle/>
          <a:p>
            <a:fld id="{0460C473-5043-4A0C-BA50-E7CF4923C0AF}" type="datetime1">
              <a:rPr lang="ko-KR" altLang="en-US" smtClean="0"/>
              <a:t>2025-02-21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AB5AB4-9652-19D9-0752-DD330A0A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474C-7253-486D-AE50-733ADFB5D683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25" y="346271"/>
            <a:ext cx="1557011" cy="334766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A0B132A-0C32-2FCA-B554-244CF063F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66FE-BDE3-468C-B421-746EC827A4EE}" type="datetime1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A438C-DEA5-D042-201A-C2F3006C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WIFI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B119E-DC44-08BD-AE6D-90446691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A4E868-B4B3-29B6-65CA-3C645DE2272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7E22A7-640D-4767-C688-6BEAEB3255BB}"/>
              </a:ext>
            </a:extLst>
          </p:cNvPr>
          <p:cNvSpPr txBox="1">
            <a:spLocks/>
          </p:cNvSpPr>
          <p:nvPr/>
        </p:nvSpPr>
        <p:spPr>
          <a:xfrm>
            <a:off x="838200" y="54482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esp-01, </a:t>
            </a:r>
            <a:r>
              <a:rPr lang="ko-KR" altLang="en-US" dirty="0"/>
              <a:t>가장 대중적인 와이파이 모듈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1026" name="Picture 2" descr="아두이노 WIFI">
            <a:extLst>
              <a:ext uri="{FF2B5EF4-FFF2-40B4-BE49-F238E27FC236}">
                <a16:creationId xmlns:a16="http://schemas.microsoft.com/office/drawing/2014/main" id="{7024F5FD-75B0-8362-114D-685C7575C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279" y="1265378"/>
            <a:ext cx="3455177" cy="345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3B52EF5-EFA1-CDBF-B85D-5AE6FBD42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238" y="1674083"/>
            <a:ext cx="3702240" cy="289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86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E90C2-29FD-8A2C-0055-336455633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AA872-0AFF-77D4-D7BE-48AD7586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WIFI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EF8559-8439-950C-19DB-11624136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855E67-A3EF-EF46-A149-03CA27B3563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5F97EE4-E2EE-FC12-BC0A-9AA7FEA008FB}"/>
              </a:ext>
            </a:extLst>
          </p:cNvPr>
          <p:cNvSpPr txBox="1">
            <a:spLocks/>
          </p:cNvSpPr>
          <p:nvPr/>
        </p:nvSpPr>
        <p:spPr>
          <a:xfrm>
            <a:off x="838200" y="54482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ESP-01 </a:t>
            </a:r>
            <a:r>
              <a:rPr lang="ko-KR" altLang="en-US" dirty="0"/>
              <a:t>전용 어댑터 사용의 편리한 결선 가능</a:t>
            </a:r>
          </a:p>
        </p:txBody>
      </p:sp>
      <p:pic>
        <p:nvPicPr>
          <p:cNvPr id="4098" name="Picture 2" descr="아두이노 와이파이 ESP8266 어댑터 사용법 알아보기 ESP-01 : 네이버 블로그">
            <a:extLst>
              <a:ext uri="{FF2B5EF4-FFF2-40B4-BE49-F238E27FC236}">
                <a16:creationId xmlns:a16="http://schemas.microsoft.com/office/drawing/2014/main" id="{B88FFDE1-E783-CAD1-57D0-AC6FC83AB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885" y="1608299"/>
            <a:ext cx="3029498" cy="302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E11347F-AC4E-F1DA-5E03-AC3CB3ED2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254962"/>
              </p:ext>
            </p:extLst>
          </p:nvPr>
        </p:nvGraphicFramePr>
        <p:xfrm>
          <a:off x="6023638" y="2269368"/>
          <a:ext cx="4213112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556">
                  <a:extLst>
                    <a:ext uri="{9D8B030D-6E8A-4147-A177-3AD203B41FA5}">
                      <a16:colId xmlns:a16="http://schemas.microsoft.com/office/drawing/2014/main" val="1834727962"/>
                    </a:ext>
                  </a:extLst>
                </a:gridCol>
                <a:gridCol w="2106556">
                  <a:extLst>
                    <a:ext uri="{9D8B030D-6E8A-4147-A177-3AD203B41FA5}">
                      <a16:colId xmlns:a16="http://schemas.microsoft.com/office/drawing/2014/main" val="2767442710"/>
                    </a:ext>
                  </a:extLst>
                </a:gridCol>
              </a:tblGrid>
              <a:tr h="33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와이파이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아두이노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51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VCC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+5V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94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GND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029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76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675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522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D6CDA-10F1-91BD-6C29-898DC2E6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6C768-27C8-6202-E662-61E38B55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WIFI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C576BD-821A-2125-55C0-C912C2EA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4A8B25-F7DC-3F29-7AE7-BCC3401AEDE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B59C1A-604D-E109-97F8-1744E7599D55}"/>
              </a:ext>
            </a:extLst>
          </p:cNvPr>
          <p:cNvSpPr txBox="1">
            <a:spLocks/>
          </p:cNvSpPr>
          <p:nvPr/>
        </p:nvSpPr>
        <p:spPr>
          <a:xfrm>
            <a:off x="838200" y="54482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공유기를 통해서 데이터 전송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448B62-D13B-BB82-C76E-EB22425F8AFB}"/>
              </a:ext>
            </a:extLst>
          </p:cNvPr>
          <p:cNvSpPr/>
          <p:nvPr/>
        </p:nvSpPr>
        <p:spPr>
          <a:xfrm>
            <a:off x="1118330" y="3429000"/>
            <a:ext cx="2019574" cy="13255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 descr="아이피 타임 유무선 공유기 | 코스트코 코리아">
            <a:extLst>
              <a:ext uri="{FF2B5EF4-FFF2-40B4-BE49-F238E27FC236}">
                <a16:creationId xmlns:a16="http://schemas.microsoft.com/office/drawing/2014/main" id="{27064BA4-6A9E-AA71-9D7D-03780FE9A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643" y="1078861"/>
            <a:ext cx="2140794" cy="214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25F9C6A-E6D1-3654-FB9F-FCA1BEAD7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098" y="3213082"/>
            <a:ext cx="996331" cy="15525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D69366-24F6-CA4C-109B-93C8FBA4BCD1}"/>
              </a:ext>
            </a:extLst>
          </p:cNvPr>
          <p:cNvSpPr txBox="1"/>
          <p:nvPr/>
        </p:nvSpPr>
        <p:spPr>
          <a:xfrm>
            <a:off x="1573987" y="3874687"/>
            <a:ext cx="1072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서버</a:t>
            </a:r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1E2AAD04-77C1-73FF-70F2-92F9CC3B2CAE}"/>
              </a:ext>
            </a:extLst>
          </p:cNvPr>
          <p:cNvSpPr/>
          <p:nvPr/>
        </p:nvSpPr>
        <p:spPr>
          <a:xfrm rot="6655188">
            <a:off x="7552606" y="2372844"/>
            <a:ext cx="572322" cy="1265865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A83D0873-4E91-F8C2-9ACA-CF77093006EA}"/>
              </a:ext>
            </a:extLst>
          </p:cNvPr>
          <p:cNvSpPr/>
          <p:nvPr/>
        </p:nvSpPr>
        <p:spPr>
          <a:xfrm rot="3753494">
            <a:off x="3674539" y="2372843"/>
            <a:ext cx="572322" cy="1265865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40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AE074-AC96-EBA0-6DDB-0B62FD016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410FA-1B17-3102-CC3D-7DB067E74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WIFI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B07584-F204-A7C5-AD28-B2D3F3FF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C56573-8F3D-2B9E-FBEE-CDB99B632DF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9BEC52-B38F-9495-F43A-4E6223772519}"/>
              </a:ext>
            </a:extLst>
          </p:cNvPr>
          <p:cNvSpPr txBox="1">
            <a:spLocks/>
          </p:cNvSpPr>
          <p:nvPr/>
        </p:nvSpPr>
        <p:spPr>
          <a:xfrm>
            <a:off x="-201190" y="5021086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2000" dirty="0"/>
              <a:t>공유기와 연결 과정 </a:t>
            </a:r>
            <a:r>
              <a:rPr lang="en-US" altLang="ko-KR" sz="2000" dirty="0"/>
              <a:t>(AT</a:t>
            </a:r>
            <a:r>
              <a:rPr lang="ko-KR" altLang="en-US" sz="2000" dirty="0"/>
              <a:t>명령어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BD783E-2CDC-DD67-BE97-98CE1000B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22" y="1472582"/>
            <a:ext cx="4692891" cy="191144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256340D-4308-BC08-9369-378808874EF7}"/>
              </a:ext>
            </a:extLst>
          </p:cNvPr>
          <p:cNvSpPr/>
          <p:nvPr/>
        </p:nvSpPr>
        <p:spPr>
          <a:xfrm>
            <a:off x="2723681" y="2486642"/>
            <a:ext cx="2512739" cy="51969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1601B40-A5B2-EE70-0236-17BE4EB9B100}"/>
              </a:ext>
            </a:extLst>
          </p:cNvPr>
          <p:cNvCxnSpPr/>
          <p:nvPr/>
        </p:nvCxnSpPr>
        <p:spPr>
          <a:xfrm flipV="1">
            <a:off x="5236420" y="1776173"/>
            <a:ext cx="859580" cy="7104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내용 개체 틀 5">
            <a:extLst>
              <a:ext uri="{FF2B5EF4-FFF2-40B4-BE49-F238E27FC236}">
                <a16:creationId xmlns:a16="http://schemas.microsoft.com/office/drawing/2014/main" id="{BB24DC2C-238B-8598-709A-AA3501C761F5}"/>
              </a:ext>
            </a:extLst>
          </p:cNvPr>
          <p:cNvSpPr txBox="1">
            <a:spLocks/>
          </p:cNvSpPr>
          <p:nvPr/>
        </p:nvSpPr>
        <p:spPr>
          <a:xfrm>
            <a:off x="3562761" y="1269869"/>
            <a:ext cx="5066478" cy="4121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2000" dirty="0"/>
              <a:t>연결할 와이파이 공유기 이름</a:t>
            </a:r>
            <a:r>
              <a:rPr lang="en-US" altLang="ko-KR" sz="2000" dirty="0"/>
              <a:t>/</a:t>
            </a:r>
            <a:r>
              <a:rPr lang="ko-KR" altLang="en-US" sz="2000" dirty="0"/>
              <a:t>비밀번호 설정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50E04A-EC0B-C5F6-4B92-CF9DD6FB384C}"/>
              </a:ext>
            </a:extLst>
          </p:cNvPr>
          <p:cNvSpPr/>
          <p:nvPr/>
        </p:nvSpPr>
        <p:spPr>
          <a:xfrm>
            <a:off x="2928537" y="3053976"/>
            <a:ext cx="1636886" cy="23590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4D735A6-6358-359F-8038-6AA80A3E8521}"/>
              </a:ext>
            </a:extLst>
          </p:cNvPr>
          <p:cNvCxnSpPr>
            <a:cxnSpLocks/>
          </p:cNvCxnSpPr>
          <p:nvPr/>
        </p:nvCxnSpPr>
        <p:spPr>
          <a:xfrm flipH="1" flipV="1">
            <a:off x="4565423" y="3289879"/>
            <a:ext cx="355233" cy="1840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내용 개체 틀 5">
            <a:extLst>
              <a:ext uri="{FF2B5EF4-FFF2-40B4-BE49-F238E27FC236}">
                <a16:creationId xmlns:a16="http://schemas.microsoft.com/office/drawing/2014/main" id="{AB02BC89-7FC6-7286-F716-56F65FBC017F}"/>
              </a:ext>
            </a:extLst>
          </p:cNvPr>
          <p:cNvSpPr txBox="1">
            <a:spLocks/>
          </p:cNvSpPr>
          <p:nvPr/>
        </p:nvSpPr>
        <p:spPr>
          <a:xfrm>
            <a:off x="3624542" y="3473971"/>
            <a:ext cx="2592228" cy="4121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2000" dirty="0"/>
              <a:t>접속할 서버 주소 입력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C045769-573D-050E-8552-A899BB818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60" y="4040518"/>
            <a:ext cx="9855707" cy="9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7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AD339-D1A5-2333-FCBE-A99AC04A1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B7147-0A6F-C267-082D-07C4FFF9B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WIFI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6907A-B2BC-0002-EE53-4D7EC92E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EF13D4-7057-D061-227D-79A542F72CC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CD5171C-97EA-4CE1-A183-C662C0A6A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60" y="1619177"/>
            <a:ext cx="10154172" cy="396895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4E25FF-52CC-331A-E28A-7A336232EC33}"/>
              </a:ext>
            </a:extLst>
          </p:cNvPr>
          <p:cNvSpPr/>
          <p:nvPr/>
        </p:nvSpPr>
        <p:spPr>
          <a:xfrm>
            <a:off x="835675" y="3748425"/>
            <a:ext cx="9696858" cy="114869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060E72-9CDB-2540-43BB-453423C509A1}"/>
              </a:ext>
            </a:extLst>
          </p:cNvPr>
          <p:cNvSpPr/>
          <p:nvPr/>
        </p:nvSpPr>
        <p:spPr>
          <a:xfrm>
            <a:off x="835675" y="1920573"/>
            <a:ext cx="2727086" cy="56606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내용 개체 틀 5">
            <a:extLst>
              <a:ext uri="{FF2B5EF4-FFF2-40B4-BE49-F238E27FC236}">
                <a16:creationId xmlns:a16="http://schemas.microsoft.com/office/drawing/2014/main" id="{C232CDA9-4142-83FB-5670-6454DAE2D39F}"/>
              </a:ext>
            </a:extLst>
          </p:cNvPr>
          <p:cNvSpPr txBox="1">
            <a:spLocks/>
          </p:cNvSpPr>
          <p:nvPr/>
        </p:nvSpPr>
        <p:spPr>
          <a:xfrm>
            <a:off x="4603932" y="4940740"/>
            <a:ext cx="4242041" cy="695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2000" dirty="0"/>
              <a:t>서버로 데이터 전송 과정</a:t>
            </a:r>
            <a:r>
              <a:rPr lang="en-US" altLang="ko-KR" sz="2000" dirty="0"/>
              <a:t>(AT </a:t>
            </a:r>
            <a:r>
              <a:rPr lang="ko-KR" altLang="en-US" sz="2000" dirty="0"/>
              <a:t>명령어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12" name="내용 개체 틀 5">
            <a:extLst>
              <a:ext uri="{FF2B5EF4-FFF2-40B4-BE49-F238E27FC236}">
                <a16:creationId xmlns:a16="http://schemas.microsoft.com/office/drawing/2014/main" id="{50A5EC7D-232B-2B11-2DF1-29635B8A406C}"/>
              </a:ext>
            </a:extLst>
          </p:cNvPr>
          <p:cNvSpPr txBox="1">
            <a:spLocks/>
          </p:cNvSpPr>
          <p:nvPr/>
        </p:nvSpPr>
        <p:spPr>
          <a:xfrm>
            <a:off x="3746980" y="1666391"/>
            <a:ext cx="3534181" cy="4121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2000"/>
              <a:t>서버로 데이터 전송하는 명령어</a:t>
            </a:r>
            <a:endParaRPr lang="ko-KR" altLang="en-US" sz="2000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614406E-FB64-3A5E-7F6B-1BD86D05C21C}"/>
              </a:ext>
            </a:extLst>
          </p:cNvPr>
          <p:cNvCxnSpPr>
            <a:cxnSpLocks/>
          </p:cNvCxnSpPr>
          <p:nvPr/>
        </p:nvCxnSpPr>
        <p:spPr>
          <a:xfrm flipV="1">
            <a:off x="3562761" y="2090579"/>
            <a:ext cx="600906" cy="1466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704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F3FCC-169B-BB09-92D8-9155A6A4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flask </a:t>
            </a:r>
            <a:r>
              <a:rPr lang="ko-KR" altLang="en-US" dirty="0"/>
              <a:t>설치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B6857D20-3EF2-E275-E052-8135E0327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189" y="2011988"/>
            <a:ext cx="3695890" cy="34926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188CF3-EC98-7CFC-9929-61340093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6F65-83A2-5E0F-6598-2B72CE8D5DE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6DB21D-D777-8FFA-88BE-EB37FB5BA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89" y="3395419"/>
            <a:ext cx="8369730" cy="1530429"/>
          </a:xfrm>
          <a:prstGeom prst="rect">
            <a:avLst/>
          </a:prstGeom>
        </p:spPr>
      </p:pic>
      <p:sp>
        <p:nvSpPr>
          <p:cNvPr id="10" name="내용 개체 틀 5">
            <a:extLst>
              <a:ext uri="{FF2B5EF4-FFF2-40B4-BE49-F238E27FC236}">
                <a16:creationId xmlns:a16="http://schemas.microsoft.com/office/drawing/2014/main" id="{47CBBE75-2C4F-0653-1EED-5D195F27A760}"/>
              </a:ext>
            </a:extLst>
          </p:cNvPr>
          <p:cNvSpPr txBox="1">
            <a:spLocks/>
          </p:cNvSpPr>
          <p:nvPr/>
        </p:nvSpPr>
        <p:spPr>
          <a:xfrm>
            <a:off x="360352" y="2584002"/>
            <a:ext cx="5153141" cy="4121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2000" dirty="0"/>
              <a:t>pip3 install flask </a:t>
            </a:r>
            <a:r>
              <a:rPr lang="ko-KR" altLang="en-US" sz="2000" dirty="0"/>
              <a:t>명령어로 </a:t>
            </a:r>
            <a:r>
              <a:rPr lang="en-US" altLang="ko-KR" sz="2000" dirty="0"/>
              <a:t>flask </a:t>
            </a:r>
            <a:r>
              <a:rPr lang="ko-KR" altLang="en-US" sz="2000" dirty="0"/>
              <a:t>설치</a:t>
            </a:r>
          </a:p>
        </p:txBody>
      </p:sp>
      <p:sp>
        <p:nvSpPr>
          <p:cNvPr id="11" name="내용 개체 틀 5">
            <a:extLst>
              <a:ext uri="{FF2B5EF4-FFF2-40B4-BE49-F238E27FC236}">
                <a16:creationId xmlns:a16="http://schemas.microsoft.com/office/drawing/2014/main" id="{8A67DB46-8A56-64A5-B853-E62425B625A5}"/>
              </a:ext>
            </a:extLst>
          </p:cNvPr>
          <p:cNvSpPr txBox="1">
            <a:spLocks/>
          </p:cNvSpPr>
          <p:nvPr/>
        </p:nvSpPr>
        <p:spPr>
          <a:xfrm>
            <a:off x="-959303" y="5029007"/>
            <a:ext cx="5153141" cy="4121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2000" dirty="0"/>
              <a:t>데이터 수신 확인</a:t>
            </a:r>
            <a:r>
              <a:rPr lang="en-US" altLang="ko-KR" sz="2000" dirty="0"/>
              <a:t>!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1222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3A185-1158-1CA5-578C-418C2460C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67FBFC-D1EF-FCF1-4061-7BDBD1C2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3364F0-887E-3E9F-2621-AF102AEC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6F6ACD-D5BA-68C1-4295-1253FB86886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  <p:sp>
        <p:nvSpPr>
          <p:cNvPr id="11" name="내용 개체 틀 5">
            <a:extLst>
              <a:ext uri="{FF2B5EF4-FFF2-40B4-BE49-F238E27FC236}">
                <a16:creationId xmlns:a16="http://schemas.microsoft.com/office/drawing/2014/main" id="{6276571A-27AA-201D-B9AF-3E1C6E288AE4}"/>
              </a:ext>
            </a:extLst>
          </p:cNvPr>
          <p:cNvSpPr txBox="1">
            <a:spLocks/>
          </p:cNvSpPr>
          <p:nvPr/>
        </p:nvSpPr>
        <p:spPr>
          <a:xfrm>
            <a:off x="-959303" y="5029007"/>
            <a:ext cx="5153141" cy="4121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sz="2000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0C8439-8C18-9541-2959-75F3990CC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460" y="1325563"/>
            <a:ext cx="10817340" cy="1325563"/>
          </a:xfrm>
        </p:spPr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1. </a:t>
            </a:r>
            <a:r>
              <a:rPr lang="ko-KR" altLang="en-US" dirty="0" err="1"/>
              <a:t>온습도</a:t>
            </a:r>
            <a:r>
              <a:rPr lang="ko-KR" altLang="en-US" dirty="0"/>
              <a:t> 센서에서 온습도를 측정하여 </a:t>
            </a:r>
            <a:r>
              <a:rPr lang="en-US" altLang="ko-KR" dirty="0"/>
              <a:t>flask </a:t>
            </a:r>
            <a:r>
              <a:rPr lang="ko-KR" altLang="en-US" dirty="0"/>
              <a:t>서버로 전송하는 코드를 구현해 </a:t>
            </a:r>
            <a:r>
              <a:rPr lang="ko-KR" altLang="en-US" dirty="0" err="1"/>
              <a:t>보시오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135557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10129</TotalTime>
  <Words>105</Words>
  <Application>Microsoft Office PowerPoint</Application>
  <PresentationFormat>와이드스크린</PresentationFormat>
  <Paragraphs>43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G마켓 산스 Medium</vt:lpstr>
      <vt:lpstr>G마켓 산스 TTF Bold</vt:lpstr>
      <vt:lpstr>G마켓 산스 TTF Medium</vt:lpstr>
      <vt:lpstr>맑은 고딕</vt:lpstr>
      <vt:lpstr>메이플스토리</vt:lpstr>
      <vt:lpstr>Arial</vt:lpstr>
      <vt:lpstr>1_Office 테마</vt:lpstr>
      <vt:lpstr>WIFI</vt:lpstr>
      <vt:lpstr>WIFI</vt:lpstr>
      <vt:lpstr>WIFI</vt:lpstr>
      <vt:lpstr>WIFI</vt:lpstr>
      <vt:lpstr>WIFI</vt:lpstr>
      <vt:lpstr>flask 설치</vt:lpstr>
      <vt:lpstr>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390</cp:revision>
  <dcterms:created xsi:type="dcterms:W3CDTF">2024-10-23T01:56:35Z</dcterms:created>
  <dcterms:modified xsi:type="dcterms:W3CDTF">2025-02-21T04:21:31Z</dcterms:modified>
</cp:coreProperties>
</file>