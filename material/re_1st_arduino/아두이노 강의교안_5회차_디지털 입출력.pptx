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2"/>
  </p:notesMasterIdLst>
  <p:sldIdLst>
    <p:sldId id="304" r:id="rId2"/>
    <p:sldId id="305" r:id="rId3"/>
    <p:sldId id="306" r:id="rId4"/>
    <p:sldId id="285" r:id="rId5"/>
    <p:sldId id="287" r:id="rId6"/>
    <p:sldId id="286" r:id="rId7"/>
    <p:sldId id="353" r:id="rId8"/>
    <p:sldId id="291" r:id="rId9"/>
    <p:sldId id="288" r:id="rId10"/>
    <p:sldId id="289" r:id="rId11"/>
    <p:sldId id="293" r:id="rId12"/>
    <p:sldId id="295" r:id="rId13"/>
    <p:sldId id="354" r:id="rId14"/>
    <p:sldId id="967" r:id="rId15"/>
    <p:sldId id="969" r:id="rId16"/>
    <p:sldId id="970" r:id="rId17"/>
    <p:sldId id="971" r:id="rId18"/>
    <p:sldId id="968" r:id="rId19"/>
    <p:sldId id="973" r:id="rId20"/>
    <p:sldId id="9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88047" autoAdjust="0"/>
  </p:normalViewPr>
  <p:slideViewPr>
    <p:cSldViewPr snapToGrid="0">
      <p:cViewPr varScale="1">
        <p:scale>
          <a:sx n="97" d="100"/>
          <a:sy n="97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38.8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24575,'1'15'0,"1"0"0,1-1 0,0 1 0,8 20 0,-1-1 0,140 436 0,-145-459 0,0 0 0,0 0 0,1 0 0,1-1 0,12 16 0,-18-25 0,0 1 0,0-1 0,0 0 0,1 1 0,-1-1 0,0 0 0,1 0 0,-1 0 0,1 0 0,0 0 0,-1 0 0,1 0 0,-1 0 0,1-1 0,0 1 0,0 0 0,0-1 0,-1 0 0,1 1 0,0-1 0,0 0 0,0 0 0,0 0 0,-1 0 0,1 0 0,0-1 0,0 1 0,0-1 0,-1 1 0,1-1 0,0 1 0,-1-1 0,1 0 0,0 0 0,-1 0 0,1 0 0,-1 0 0,1 0 0,-1 0 0,0-1 0,1 1 0,-1 0 0,0-1 0,0 1 0,2-4 0,68-94 0,64-119 0,-85 141-45,-36 58-120,0-1 0,-2-1 0,0 0 0,-1-1 0,-1 0 0,-1 0 0,6-27 0,-12 31-6661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0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249 0 24575,'-33'39'0,"2"1"0,1 2 0,2 1 0,-24 49 0,37-61 0,2 0 0,1 0 0,1 1 0,-9 49 0,18-73 0,1 0 0,1 0 0,0 0 0,0 0 0,1 0 0,-1 0 0,2 0 0,-1 0 0,1 0 0,0 0 0,1 0 0,0-1 0,0 1 0,1-1 0,0 0 0,9 13 0,-9-15 0,0 1 0,1 0 0,0-1 0,0 0 0,1 0 0,-1 0 0,1-1 0,0 1 0,0-2 0,0 1 0,1-1 0,-1 0 0,1 0 0,0 0 0,0-1 0,0 0 0,0-1 0,14 2 0,-6-2-105,14 0-210,0-1 0,0-1 0,38-7 0,-49 3-6511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1.8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356 1 24575,'-9'1'0,"0"1"0,1 0 0,-1 0 0,1 1 0,-1 0 0,-12 7 0,-8 2 0,11-5 0,-8 2 0,1 1 0,0 1 0,-29 17 0,46-23 0,1 0 0,0 1 0,0-1 0,1 2 0,-1-1 0,2 0 0,-1 1 0,1 0 0,0 1 0,0-1 0,1 1 0,-1 0 0,2 0 0,-4 9 0,4-8 0,-1 0 0,1 1 0,1-1 0,0 1 0,0 0 0,1-1 0,0 1 0,1 0 0,0 0 0,0 0 0,1 0 0,1-1 0,-1 1 0,2 0 0,-1-1 0,1 0 0,1 1 0,-1-1 0,2 0 0,5 10 0,-6-12 0,0 0 0,1 0 0,-1 0 0,1 0 0,1-1 0,-1 0 0,1 0 0,0 0 0,0-1 0,1 0 0,-1 0 0,1 0 0,1-1 0,-1 0 0,11 4 0,6 3 0,-10-4 0,0 0 0,1 0 0,0-2 0,0 0 0,0 0 0,0-2 0,1 0 0,25 2 0,9-6-1365,-29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3.2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44 24575,'34'-2'0,"-1"-1"0,58-14 0,-58 10 0,1 1 0,60-2 0,308 9-1365,-384-1-5461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4.5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59 24575,'1'19'0,"1"0"0,0 1 0,2-1 0,0 0 0,13 34 0,47 92 0,-34-81 0,156 307 0,-186-370 0,1 1 0,-1-1 0,1 0 0,0 0 0,-1 0 0,1 0 0,0 0 0,-1 0 0,1 0 0,0-1 0,0 1 0,0 0 0,0 0 0,0-1 0,0 1 0,0 0 0,0-1 0,0 1 0,0-1 0,0 1 0,1-1 0,-1 0 0,0 0 0,0 1 0,0-1 0,1 0 0,-1 0 0,0 0 0,0 0 0,0 0 0,1 0 0,-1-1 0,0 1 0,0 0 0,0-1 0,0 1 0,0-1 0,1 1 0,-1-1 0,0 1 0,0-1 0,0 0 0,0 1 0,0-1 0,-1 0 0,1 0 0,0 0 0,0 0 0,1-1 0,6-8 0,0 0 0,0 0 0,11-21 0,-11 18 0,66-115 0,-40 68 0,44-63 0,216-262-1365,-276 361-5461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5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24575,'20'0'0,"18"0"0,17 0 0,4 0 0,-1 0 0,-4 0 0,-4 0 0,-12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6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5 24575,'0'7'0,"-4"10"0,0 13 0,-1 15 0,2 11 0,0 7 0,2 0 0,0 0 0,1-8 0,0-8 0,0-10 0,0-3 0,0-4 0,0-4 0,-3-6 0,-2-3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6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24575,'4'0'0,"7"0"0,7 0 0,3 0 0,2 0 0,4 0 0,-2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49.7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 24575,'1738'0'0,"-1696"1"0,42 9 0,-42-5 0,46 1 0,1675-7 0,-1619 12 0,5 1 0,1146-13 0,-1261-1 0,46-8 0,31-1 0,2 0 0,-77 6 0,47 0 0,-40 3 0,55-9 0,-78 9 0,2-1-1365,-2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0.9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78 24575,'7'0'0,"6"0"0,8-4 0,8 0 0,5-4 0,2-1 0,-3 2 0,1 2 0,-2 1 0,-3-2 0,-2 1 0,-3 0 0,-1 1 0,2-2 0,4 1 0,-3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2.2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24575,'2'67'0,"3"1"0,2-1 0,23 92 0,-20-99-35,-3 0 0,-2 1 0,-6 101-1,0-62-1188,1-81-5602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3.2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 24575,'50'0'0,"17"1"0,127-16 0,-36-12-1365,-142 25-5461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5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24575,'4'0'0,"8"0"0,9 0 0,5 0 0,1 0 0,0 0 0,-1 0 0,-5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6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24575,'-1'1'0,"0"-1"0,0 0 0,0 1 0,0-1 0,0 1 0,0 0 0,0-1 0,1 1 0,-1 0 0,0-1 0,0 1 0,0 0 0,1 0 0,-1 0 0,1 0 0,-1 0 0,0-1 0,1 1 0,0 0 0,-1 0 0,1 0 0,-1 0 0,1 1 0,0-1 0,0 0 0,0 0 0,0 0 0,0 1 0,-4 37 0,4-33 0,-2 319 66,3-166-1497,-1-142-5395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7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24575,'3'0'0,"6"0"0,4-4 0,7-1 0,4 1 0,1 0 0,1 1 0,-5 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7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24575,'4'0'0,"5"0"0,4 0 0,3 0 0,4 0 0,1 0 0,0 0 0,2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1:59.6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24575,'4'0'0,"8"0"0,10 0 0,7 0 0,7 0 0,4 0 0,3 0 0,-3 0 0,-4 0 0,-1 0 0,0 0 0,-2 0 0,-2 0 0,-8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2:00.6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24575,'118'2'0,"132"-4"0,-139-14-1365,-88 14-5461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2:02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24575,'6'17'0,"4"0"0,30 21 0,17 31 0,-47 590 0,-23-324 0,13 89-1365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1:42:05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1 110 24575,'8'-7'0,"0"2"0,1-1 0,0 1 0,0 0 0,1 1 0,-1 0 0,13-4 0,17-7 0,-18 6 0,2 0 0,-1 2 0,1 0 0,0 1 0,1 2 0,-1 0 0,1 2 0,0 0 0,-1 2 0,1 0 0,0 2 0,0 0 0,-1 2 0,41 11 0,-55-11 0,-1 0 0,0 1 0,0-1 0,0 1 0,0 1 0,-1 0 0,0 0 0,0 0 0,-1 1 0,0 0 0,0 0 0,0 0 0,-1 1 0,0 0 0,-1 0 0,0 0 0,5 12 0,-4-7 0,-1 0 0,0 0 0,-1 0 0,0 0 0,-1 1 0,-1-1 0,0 1 0,-1-1 0,0 1 0,-1-1 0,-3 18 0,1-20 0,-1 0 0,0 0 0,0 0 0,-1-1 0,0 1 0,-1-1 0,0-1 0,-15 19 0,-6 1 0,-38 33 0,43-42 0,-14 9 0,-1-1 0,-1-2 0,-51 27 0,61-37 0,18-10 0,-1 0 0,-1 0 0,1-1 0,0-1 0,-1 0 0,0 0 0,0-1 0,0-1 0,-1 0 0,1 0 0,-24-1 0,32-1 0,-29-1 0,26-2 0,20-2 0,46-10 0,147-41 0,-191 52 0,0 0 0,0 1 0,1 1 0,-1 0 0,1 1 0,0 1 0,-1 0 0,1 2 0,-1-1 0,1 2 0,15 4 0,-15-1 0,0 2 0,0 0 0,0 1 0,-1 0 0,0 1 0,21 20 0,-27-22 0,-1 0 0,1 1 0,-1 0 0,-1 1 0,0-1 0,0 1 0,-1 1 0,0-1 0,-1 1 0,7 19 0,-4 4 0,-2 0 0,-1 0 0,1 39 0,-7 108 0,-1-76 0,2 282-1365,0-372-5461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0:07.3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164 1 24575,'0'36'0,"1"20"0,-3-1 0,-13 91 0,7-98 0,0 63 0,5-60 0,-10 55 0,-14 26 0,4-21 0,-10 113 0,30-185 0,-12 112 0,6-69 0,3 1 0,8 119 0,1-60 0,-3-102 0,-2-5 0,2-1 0,2 0 0,1 0 0,1 0 0,2 0 0,12 38 0,3-9 0,-12-32 0,1 0 0,2-1 0,26 49 0,-32-70 0,1 0 0,1-1 0,0 1 0,0-1 0,0-1 0,1 0 0,0 0 0,0 0 0,1-1 0,0-1 0,0 1 0,15 4 0,14 3 0,0-1 0,46 7 0,-34-8 0,86 30 0,-104-31 0,1-2 0,43 5 0,-36-6 0,199 18 0,-173-18 0,2-2 0,84-7 0,60 3 0,-116 12 0,-61-7 0,58 2 0,1039-9 0,-1086-3-1365,-30-2-5461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0:09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24575,'13'20'0,"1"0"0,0-1 0,2-1 0,0-1 0,1 0 0,22 17 0,25 26 0,-39-38 0,-21-20 0,-1 0 0,0 1 0,0 0 0,1 0 0,-2 0 0,1 0 0,0 0 0,-1 0 0,1 1 0,-1-1 0,0 1 0,0 0 0,0 0 0,-1-1 0,2 7 0,0 4 0,0 0 0,-1 1 0,-1-1 0,-1 0 0,0 0 0,0 1 0,-2-1 0,0 0 0,0 0 0,-1 0 0,-1 0 0,0-1 0,-1 1 0,-1-1 0,0 0 0,-1-1 0,-15 23 0,-14 12-341,-1-2 0,-3-1-1,-48 40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5:55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24575,'0'1378'0,"1"-1345"0,3 0 0,7 35 0,-2-17 0,-4-29 0,1 0 0,1 0 0,17 35 0,10 36 0,-23-52 0,1 0 0,3-2 0,23 50 0,-13-42 0,34 93 0,-52-123 0,1 0 0,1-1 0,1 0 0,0 0 0,18 19 0,-7-7 0,-7-11 0,1-1 0,18 17 0,4 4 0,-22-23 0,0-1 0,1-1 0,33 19 0,6 6 0,-31-22 0,0 0 0,1-2 0,0-1 0,28 8 0,6 4 0,38 11 0,-63-25 0,43 21 0,-58-24 0,0-1 0,0-1 0,1-1 0,0 0 0,31 1 0,2 2 0,129 28 0,-125-23 0,-36-7 0,1-1 0,35 2 0,-26-4 0,45 9 0,-44-5 0,46 2 0,845-6 0,-448-5 0,-456 2 0,1-1 0,36-8 0,-35 5 0,0 1 0,26-1 0,324 5-1365,-349 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5:58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0 24575,'7'3'0,"0"-1"0,0 1 0,0 0 0,0 0 0,0 1 0,-1 0 0,9 7 0,-10-8 0,130 106 0,-97-83 0,-18-13 0,0 0 0,-2 1 0,1 2 0,-2-1 0,24 29 0,-38-40 0,0-1 0,-1 2 0,1-1 0,-1 0 0,0 0 0,-1 1 0,1-1 0,-1 1 0,1 0 0,-1-1 0,-1 1 0,1 0 0,-1 0 0,0 0 0,0-1 0,0 1 0,0 0 0,-1 0 0,0 0 0,0-1 0,0 1 0,-1-1 0,0 1 0,1-1 0,-2 1 0,1-1 0,-4 6 0,-8 10 0,-1-1 0,-1-1 0,0 0 0,-27 21 0,2 1 0,-6 4 0,30-29 0,1 0 0,-16 19 0,17-17 9,-2-2-1,1 1 0,-2-2 1,-31 20-1,-6 5-1415,39-25-5419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6:05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2885 81 24575,'-56'-3'0,"0"-3"0,-70-16 0,88 15 0,-37-10 0,45 9 0,1 2 0,-1 1 0,-39-2 0,-587 7 0,283 2 0,327 2 0,0 1 0,1 3 0,-63 18 0,107-26 0,-31 12 0,0 0 0,1 3 0,0 0 0,-41 29 0,61-37 0,-54 33 0,3 3 0,1 3 0,-79 78 0,85-53 0,16-18 0,16-22 0,-32 55 0,22-31 0,7-7 0,1 0 0,4 2 0,1 1 0,-22 90 0,33-111 0,-1 0 0,-2 0 0,-17 30 0,14-30 0,-20 56 0,9-13 0,15-46 0,-13 55 0,-5 102 0,18-111 0,6-45 0,1-1 0,-1 30 0,7 447 0,-1-486 0,1-1 0,1 0 0,0 0 0,1-1 0,9 23 0,-7-21 0,0 0 0,-1 1 0,-1 0 0,2 20 0,-5-13-1365,-1-3-5461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6:07.9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0 208 24575,'11'1'0,"0"1"0,0 0 0,0 0 0,-1 1 0,1 0 0,-1 1 0,0 0 0,0 1 0,0 0 0,0 0 0,13 11 0,-8-6 0,-1-1 0,2-1 0,25 10 0,6-5 0,-35-11 0,-1 1 0,1 0 0,-1 1 0,0 1 0,0 0 0,0 0 0,17 11 0,-23-11 0,12 8 0,1 0 0,31 17 0,-48-30 0,0 0 0,0 1 0,0-1 0,0 0 0,0 0 0,0 0 0,0 0 0,0 0 0,0 0 0,0 0 0,0 0 0,0-1 0,0 1 0,0 0 0,0 0 0,0-1 0,-1 1 0,1-1 0,0 1 0,0-1 0,0 1 0,0-1 0,-1 1 0,1-1 0,0 0 0,0 0 0,-1 1 0,1-1 0,-1 0 0,1 0 0,-1 0 0,1 1 0,0-3 0,18-40 0,-8 17 0,0 11 0,0 0 0,0 1 0,1 0 0,1 1 0,1 0 0,-1 1 0,2 1 0,23-15 0,10-1 0,77-33 0,-42 29 0,-58 23 0,0-2 0,-1 0 0,42-25 0,-29 16-1365,-20 13-5461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6:12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3467 109 24575,'-2'-2'0,"0"0"0,1 1 0,-1-1 0,0 0 0,0 1 0,0-1 0,0 1 0,0-1 0,0 1 0,0 0 0,-1 0 0,1 0 0,0 0 0,-1 0 0,1 1 0,-5-1 0,-1-2 0,-13-4 0,0 1 0,0 0 0,0 2 0,-42-3 0,-90 7 0,106 2 0,-1-2 0,-71-10 0,9-2 0,-1 4 0,-149 9 0,91 2 0,119-3 0,0-2 0,-65-12 0,46 6 0,-1 3 0,-128 6 0,72 1 0,76-2 0,-184 6 0,191-3 0,0 3 0,0 1 0,-56 18 0,30-3 0,8-4 0,1 2 0,-104 51 0,75-25 0,61-35 0,0 3 0,2 0 0,0 1 0,0 2 0,2 1 0,-43 39 0,30-15 0,2 1 0,1 2 0,3 1 0,2 1 0,2 2 0,2 1 0,2 1 0,3 0 0,-22 84 0,20-49 0,4-22 0,-10 77 0,19-84 0,2-7 0,-2 79 0,10 930 0,0-1039 0,1 1 0,8 33 0,-6-32 0,0 0 0,1 23 0,-5-19-1365,0-4-5461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6:15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24575,'2'1'0,"1"1"0,-1 0 0,1 0 0,-1 0 0,1 0 0,-1 0 0,0 0 0,0 1 0,0-1 0,0 1 0,-1-1 0,3 4 0,5 6 0,187 222 0,-182-218 0,1-1 0,0-1 0,1 0 0,1-1 0,0 0 0,0-2 0,2 0 0,-1-1 0,1-1 0,0 0 0,1-2 0,0 0 0,31 6 0,-47-13 0,1 0 0,-1 0 0,0 0 0,1-1 0,-1 0 0,1 0 0,-1 0 0,0 0 0,0-1 0,0 1 0,0-1 0,0 0 0,0 0 0,0-1 0,0 1 0,-1-1 0,0 0 0,1 0 0,-1 0 0,0 0 0,0 0 0,-1-1 0,1 0 0,3-6 0,7-11 0,-1-1 0,-1 0 0,9-26 0,-18 41 0,5-10 0,-1 0 0,2 0 0,0 0 0,2 1 0,-1 0 0,2 1 0,0 0 0,1 1 0,0 0 0,1 1 0,0 0 0,24-16 0,4 4-682,77-34-1,-96 49-6143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6:16.4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24575,'0'4'0,"0"7"0,0 5 0,0 4 0,0 4 0,0 2 0,0 1 0,0 1 0,0 0 0,0-1 0,0 0 0,0 0 0,0 0 0,0-5-8191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2T06:26:17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54 314 24575,'-5'0'0,"-1"-4"0,1-7 0,0-5 0,-3 0 0,0-2 0,2-3 0,1-1 0,2-3 0,1 0 0,1-2 0,1 1 0,0-1 0,1 0 0,-1 0 0,0 5-8191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35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앞으로 동일한 기능의 </a:t>
            </a:r>
            <a:r>
              <a:rPr lang="ko-KR" altLang="en-US" dirty="0" err="1"/>
              <a:t>아두이노</a:t>
            </a:r>
            <a:r>
              <a:rPr lang="ko-KR" altLang="en-US" dirty="0"/>
              <a:t> 코드와 </a:t>
            </a:r>
            <a:r>
              <a:rPr lang="en-US" altLang="ko-KR" dirty="0"/>
              <a:t>AVR/ARM </a:t>
            </a:r>
            <a:r>
              <a:rPr lang="ko-KR" altLang="en-US" dirty="0"/>
              <a:t>코드를 </a:t>
            </a:r>
            <a:r>
              <a:rPr lang="ko-KR" altLang="en-US" dirty="0" err="1"/>
              <a:t>보여줄껀데</a:t>
            </a:r>
            <a:r>
              <a:rPr lang="ko-KR" altLang="en-US" dirty="0"/>
              <a:t> 얼마나 </a:t>
            </a:r>
            <a:r>
              <a:rPr lang="ko-KR" altLang="en-US" dirty="0" err="1"/>
              <a:t>아두이노가</a:t>
            </a:r>
            <a:r>
              <a:rPr lang="ko-KR" altLang="en-US" dirty="0"/>
              <a:t> 편리한지 </a:t>
            </a:r>
            <a:r>
              <a:rPr lang="ko-KR" altLang="en-US" dirty="0" err="1"/>
              <a:t>느껴보라구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631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int, byte, uint_8t </a:t>
            </a:r>
            <a:r>
              <a:rPr lang="ko-KR" altLang="en-US" dirty="0"/>
              <a:t>모두 사용가능</a:t>
            </a:r>
            <a:r>
              <a:rPr lang="en-US" altLang="ko-KR" dirty="0"/>
              <a:t>!</a:t>
            </a:r>
            <a:r>
              <a:rPr lang="ko-KR" altLang="en-US" dirty="0"/>
              <a:t> 그러나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int</a:t>
            </a:r>
            <a:r>
              <a:rPr lang="ko-KR" altLang="en-US" dirty="0"/>
              <a:t>는 자료형에서 공부해듯이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666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단순 구조의 버튼을 바로 </a:t>
            </a:r>
            <a:r>
              <a:rPr lang="ko-KR" altLang="en-US" dirty="0" err="1"/>
              <a:t>실장하여</a:t>
            </a:r>
            <a:r>
              <a:rPr lang="ko-KR" altLang="en-US" dirty="0"/>
              <a:t> 사용시</a:t>
            </a:r>
            <a:r>
              <a:rPr lang="en-US" altLang="ko-KR" dirty="0"/>
              <a:t>, </a:t>
            </a:r>
            <a:r>
              <a:rPr lang="ko-KR" altLang="en-US" dirty="0"/>
              <a:t>버튼을 누르거나 </a:t>
            </a:r>
            <a:r>
              <a:rPr lang="ko-KR" altLang="en-US" dirty="0" err="1"/>
              <a:t>뗄때</a:t>
            </a:r>
            <a:r>
              <a:rPr lang="ko-KR" altLang="en-US" dirty="0"/>
              <a:t> 버튼의 구조적 </a:t>
            </a:r>
            <a:r>
              <a:rPr lang="ko-KR" altLang="en-US" dirty="0" err="1"/>
              <a:t>문제때문에</a:t>
            </a:r>
            <a:r>
              <a:rPr lang="ko-KR" altLang="en-US" dirty="0"/>
              <a:t> 값이 흔들리는 현상</a:t>
            </a:r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4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712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82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12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781.png"/><Relationship Id="rId26" Type="http://schemas.openxmlformats.org/officeDocument/2006/relationships/image" Target="../media/image820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860.png"/><Relationship Id="rId42" Type="http://schemas.openxmlformats.org/officeDocument/2006/relationships/image" Target="../media/image900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71.png"/><Relationship Id="rId20" Type="http://schemas.openxmlformats.org/officeDocument/2006/relationships/image" Target="../media/image791.png"/><Relationship Id="rId29" Type="http://schemas.openxmlformats.org/officeDocument/2006/relationships/customXml" Target="../ink/ink13.xml"/><Relationship Id="rId41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1.png"/><Relationship Id="rId11" Type="http://schemas.openxmlformats.org/officeDocument/2006/relationships/customXml" Target="../ink/ink4.xml"/><Relationship Id="rId24" Type="http://schemas.openxmlformats.org/officeDocument/2006/relationships/image" Target="../media/image810.png"/><Relationship Id="rId32" Type="http://schemas.openxmlformats.org/officeDocument/2006/relationships/image" Target="../media/image850.png"/><Relationship Id="rId37" Type="http://schemas.openxmlformats.org/officeDocument/2006/relationships/customXml" Target="../ink/ink17.xml"/><Relationship Id="rId40" Type="http://schemas.openxmlformats.org/officeDocument/2006/relationships/image" Target="../media/image890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830.png"/><Relationship Id="rId36" Type="http://schemas.openxmlformats.org/officeDocument/2006/relationships/image" Target="../media/image870.png"/><Relationship Id="rId10" Type="http://schemas.openxmlformats.org/officeDocument/2006/relationships/image" Target="../media/image741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910.png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image" Target="../media/image761.png"/><Relationship Id="rId22" Type="http://schemas.openxmlformats.org/officeDocument/2006/relationships/image" Target="../media/image800.png"/><Relationship Id="rId27" Type="http://schemas.openxmlformats.org/officeDocument/2006/relationships/customXml" Target="../ink/ink12.xml"/><Relationship Id="rId30" Type="http://schemas.openxmlformats.org/officeDocument/2006/relationships/image" Target="../media/image840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8" Type="http://schemas.openxmlformats.org/officeDocument/2006/relationships/image" Target="../media/image731.png"/><Relationship Id="rId3" Type="http://schemas.openxmlformats.org/officeDocument/2006/relationships/image" Target="../media/image4.png"/><Relationship Id="rId12" Type="http://schemas.openxmlformats.org/officeDocument/2006/relationships/image" Target="../media/image751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88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740.png"/><Relationship Id="rId18" Type="http://schemas.openxmlformats.org/officeDocument/2006/relationships/customXml" Target="../ink/ink28.xml"/><Relationship Id="rId3" Type="http://schemas.openxmlformats.org/officeDocument/2006/relationships/customXml" Target="../ink/ink21.xml"/><Relationship Id="rId21" Type="http://schemas.openxmlformats.org/officeDocument/2006/relationships/image" Target="../media/image780.png"/><Relationship Id="rId7" Type="http://schemas.openxmlformats.org/officeDocument/2006/relationships/image" Target="../media/image16.png"/><Relationship Id="rId12" Type="http://schemas.openxmlformats.org/officeDocument/2006/relationships/customXml" Target="../ink/ink25.xml"/><Relationship Id="rId17" Type="http://schemas.openxmlformats.org/officeDocument/2006/relationships/image" Target="../media/image760.png"/><Relationship Id="rId2" Type="http://schemas.openxmlformats.org/officeDocument/2006/relationships/image" Target="../media/image15.png"/><Relationship Id="rId16" Type="http://schemas.openxmlformats.org/officeDocument/2006/relationships/customXml" Target="../ink/ink27.xml"/><Relationship Id="rId20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11" Type="http://schemas.openxmlformats.org/officeDocument/2006/relationships/image" Target="../media/image730.png"/><Relationship Id="rId5" Type="http://schemas.openxmlformats.org/officeDocument/2006/relationships/customXml" Target="../ink/ink22.xml"/><Relationship Id="rId15" Type="http://schemas.openxmlformats.org/officeDocument/2006/relationships/image" Target="../media/image750.png"/><Relationship Id="rId23" Type="http://schemas.openxmlformats.org/officeDocument/2006/relationships/image" Target="../media/image790.png"/><Relationship Id="rId10" Type="http://schemas.openxmlformats.org/officeDocument/2006/relationships/customXml" Target="../ink/ink24.xml"/><Relationship Id="rId19" Type="http://schemas.openxmlformats.org/officeDocument/2006/relationships/image" Target="../media/image770.png"/><Relationship Id="rId4" Type="http://schemas.openxmlformats.org/officeDocument/2006/relationships/image" Target="../media/image690.png"/><Relationship Id="rId9" Type="http://schemas.openxmlformats.org/officeDocument/2006/relationships/image" Target="../media/image720.png"/><Relationship Id="rId14" Type="http://schemas.openxmlformats.org/officeDocument/2006/relationships/customXml" Target="../ink/ink26.xml"/><Relationship Id="rId22" Type="http://schemas.openxmlformats.org/officeDocument/2006/relationships/customXml" Target="../ink/ink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FE356-3237-02E7-4603-6567434D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데이터시트보는법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3920B4-6C82-C272-4FB6-8AF885E11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F480C-F5BC-338C-417C-A13C084C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4B6253-D35A-D772-2B30-E1A9A77AF71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4B4ED6-8973-5620-6E52-996326982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47" y="1901582"/>
            <a:ext cx="8233082" cy="39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3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FDF4F-459E-5F9A-213F-88671A4C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데이터시트보는법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A0C2E-E7D9-0F84-D673-9E67F324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307BAD-D07C-55CB-702F-D065071461D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04F485-DEFB-6628-7F3E-E5D892E77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9" y="1479236"/>
            <a:ext cx="6144482" cy="450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9646DF1-8375-C6BD-FF7B-476715F8CE73}"/>
              </a:ext>
            </a:extLst>
          </p:cNvPr>
          <p:cNvSpPr/>
          <p:nvPr/>
        </p:nvSpPr>
        <p:spPr>
          <a:xfrm>
            <a:off x="623459" y="2657475"/>
            <a:ext cx="6144482" cy="2190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D54A4F-EF7E-95A4-E4B2-29E11002917B}"/>
              </a:ext>
            </a:extLst>
          </p:cNvPr>
          <p:cNvSpPr/>
          <p:nvPr/>
        </p:nvSpPr>
        <p:spPr>
          <a:xfrm>
            <a:off x="601980" y="4558990"/>
            <a:ext cx="6144482" cy="2190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732BD-2170-EEF1-B4F7-468F5EA201D3}"/>
              </a:ext>
            </a:extLst>
          </p:cNvPr>
          <p:cNvSpPr txBox="1"/>
          <p:nvPr/>
        </p:nvSpPr>
        <p:spPr>
          <a:xfrm>
            <a:off x="6900875" y="2507218"/>
            <a:ext cx="3866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안정적으로 공급할 수 있는 최대 전류</a:t>
            </a:r>
            <a:endParaRPr lang="en-US" altLang="ko-KR" dirty="0"/>
          </a:p>
          <a:p>
            <a:r>
              <a:rPr lang="ko-KR" altLang="en-US" dirty="0"/>
              <a:t>실제 설계 시 </a:t>
            </a:r>
            <a:r>
              <a:rPr lang="ko-KR" altLang="en-US" dirty="0" err="1"/>
              <a:t>이값의</a:t>
            </a:r>
            <a:r>
              <a:rPr lang="ko-KR" altLang="en-US" dirty="0"/>
              <a:t> </a:t>
            </a:r>
            <a:r>
              <a:rPr lang="en-US" altLang="ko-KR" dirty="0"/>
              <a:t>80% </a:t>
            </a:r>
            <a:r>
              <a:rPr lang="ko-KR" altLang="en-US" dirty="0"/>
              <a:t>정도 사용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281DFD-144F-FD07-8A0F-5372D6D9CA4B}"/>
              </a:ext>
            </a:extLst>
          </p:cNvPr>
          <p:cNvSpPr txBox="1"/>
          <p:nvPr/>
        </p:nvSpPr>
        <p:spPr>
          <a:xfrm>
            <a:off x="6900875" y="4408733"/>
            <a:ext cx="359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동작 전압</a:t>
            </a:r>
            <a:r>
              <a:rPr lang="en-US" altLang="ko-KR" dirty="0"/>
              <a:t>(If</a:t>
            </a:r>
            <a:r>
              <a:rPr lang="ko-KR" altLang="en-US" dirty="0"/>
              <a:t>가 </a:t>
            </a:r>
            <a:r>
              <a:rPr lang="en-US" altLang="ko-KR" dirty="0"/>
              <a:t>5mA </a:t>
            </a:r>
            <a:r>
              <a:rPr lang="ko-KR" altLang="en-US" dirty="0" err="1"/>
              <a:t>일때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25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4CF32-AA67-58EA-2AC3-F71451BE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데이터시트보는법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DDCF904-EA49-64B7-C55E-B19E00ACB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4400" y="1742737"/>
            <a:ext cx="4076910" cy="269253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B3D7BC-A3F4-5A10-5D9D-78EBB7D5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4425D9-997B-AF21-F13F-A1982A35438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9CFD1-98A9-0368-030E-40F80613D86C}"/>
              </a:ext>
            </a:extLst>
          </p:cNvPr>
          <p:cNvSpPr txBox="1"/>
          <p:nvPr/>
        </p:nvSpPr>
        <p:spPr>
          <a:xfrm>
            <a:off x="370169" y="4725573"/>
            <a:ext cx="1428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 </a:t>
            </a:r>
            <a:r>
              <a:rPr lang="ko-KR" altLang="en-US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값은</a:t>
            </a:r>
            <a:r>
              <a:rPr lang="en-US" altLang="ko-KR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  <a:endParaRPr lang="ko-KR" altLang="en-US" sz="2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3D5A626-27DF-F961-C56D-1B696A6EF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425" y="2140226"/>
            <a:ext cx="1969229" cy="1897559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57F9B930-6069-685F-A2FC-AC39F5105EDD}"/>
              </a:ext>
            </a:extLst>
          </p:cNvPr>
          <p:cNvGrpSpPr/>
          <p:nvPr/>
        </p:nvGrpSpPr>
        <p:grpSpPr>
          <a:xfrm>
            <a:off x="3106708" y="4538873"/>
            <a:ext cx="646200" cy="268920"/>
            <a:chOff x="3611700" y="4808100"/>
            <a:chExt cx="64620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C912FD0-E338-6ACB-F362-76E7C95D0D4C}"/>
                    </a:ext>
                  </a:extLst>
                </p14:cNvPr>
                <p14:cNvContentPartPr/>
                <p14:nvPr/>
              </p14:nvContentPartPr>
              <p14:xfrm>
                <a:off x="3611700" y="4808100"/>
                <a:ext cx="236520" cy="2512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C912FD0-E338-6ACB-F362-76E7C95D0D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93700" y="4790460"/>
                  <a:ext cx="2721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1284AB5C-AD15-3657-3C18-04B1538176C7}"/>
                    </a:ext>
                  </a:extLst>
                </p14:cNvPr>
                <p14:cNvContentPartPr/>
                <p14:nvPr/>
              </p14:nvContentPartPr>
              <p14:xfrm>
                <a:off x="3902940" y="4831140"/>
                <a:ext cx="127440" cy="2458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1284AB5C-AD15-3657-3C18-04B1538176C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85300" y="4813140"/>
                  <a:ext cx="1630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9403F25-1298-089B-73CE-2E7E4BEA3E82}"/>
                    </a:ext>
                  </a:extLst>
                </p14:cNvPr>
                <p14:cNvContentPartPr/>
                <p14:nvPr/>
              </p14:nvContentPartPr>
              <p14:xfrm>
                <a:off x="4116060" y="4823220"/>
                <a:ext cx="141840" cy="20664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9403F25-1298-089B-73CE-2E7E4BEA3E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98420" y="4805580"/>
                  <a:ext cx="17748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526D1A0A-B90E-2151-EB0F-FCC2170D0B73}"/>
                  </a:ext>
                </a:extLst>
              </p14:cNvPr>
              <p14:cNvContentPartPr/>
              <p14:nvPr/>
            </p14:nvContentPartPr>
            <p14:xfrm>
              <a:off x="4029028" y="4645073"/>
              <a:ext cx="266400" cy="1584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526D1A0A-B90E-2151-EB0F-FCC2170D0B7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11028" y="4627433"/>
                <a:ext cx="30204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그룹 41">
            <a:extLst>
              <a:ext uri="{FF2B5EF4-FFF2-40B4-BE49-F238E27FC236}">
                <a16:creationId xmlns:a16="http://schemas.microsoft.com/office/drawing/2014/main" id="{02D65B24-DA26-452F-A841-1EBCE1D9FB8F}"/>
              </a:ext>
            </a:extLst>
          </p:cNvPr>
          <p:cNvGrpSpPr/>
          <p:nvPr/>
        </p:nvGrpSpPr>
        <p:grpSpPr>
          <a:xfrm>
            <a:off x="4546708" y="4517993"/>
            <a:ext cx="530760" cy="400680"/>
            <a:chOff x="5051700" y="4787220"/>
            <a:chExt cx="53076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2971F1FC-BC68-E1D6-846D-956C11231401}"/>
                    </a:ext>
                  </a:extLst>
                </p14:cNvPr>
                <p14:cNvContentPartPr/>
                <p14:nvPr/>
              </p14:nvContentPartPr>
              <p14:xfrm>
                <a:off x="5051700" y="4787220"/>
                <a:ext cx="327600" cy="29088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2971F1FC-BC68-E1D6-846D-956C112314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34060" y="4769220"/>
                  <a:ext cx="363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940852E4-50F5-0D3E-4718-3E352DF862B4}"/>
                    </a:ext>
                  </a:extLst>
                </p14:cNvPr>
                <p14:cNvContentPartPr/>
                <p14:nvPr/>
              </p14:nvContentPartPr>
              <p14:xfrm>
                <a:off x="5448060" y="4945260"/>
                <a:ext cx="134400" cy="36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940852E4-50F5-0D3E-4718-3E352DF862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29995" y="4927260"/>
                  <a:ext cx="170168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B0DE7654-722C-659E-B46E-F2F26CBC1DB2}"/>
                    </a:ext>
                  </a:extLst>
                </p14:cNvPr>
                <p14:cNvContentPartPr/>
                <p14:nvPr/>
              </p14:nvContentPartPr>
              <p14:xfrm>
                <a:off x="5460300" y="4967940"/>
                <a:ext cx="10800" cy="2199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B0DE7654-722C-659E-B46E-F2F26CBC1D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42660" y="4949940"/>
                  <a:ext cx="46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54B3A685-0F56-5D02-5EE2-5A44368D8733}"/>
                    </a:ext>
                  </a:extLst>
                </p14:cNvPr>
                <p14:cNvContentPartPr/>
                <p14:nvPr/>
              </p14:nvContentPartPr>
              <p14:xfrm>
                <a:off x="5486580" y="5105460"/>
                <a:ext cx="46800" cy="36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54B3A685-0F56-5D02-5EE2-5A44368D873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68580" y="5087460"/>
                  <a:ext cx="824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1115B763-34C9-0833-0227-35F55DA88F16}"/>
                  </a:ext>
                </a:extLst>
              </p14:cNvPr>
              <p14:cNvContentPartPr/>
              <p14:nvPr/>
            </p14:nvContentPartPr>
            <p14:xfrm>
              <a:off x="3007708" y="5064833"/>
              <a:ext cx="2162160" cy="2340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1115B763-34C9-0833-0227-35F55DA88F1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89708" y="5046833"/>
                <a:ext cx="219780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그룹 51">
            <a:extLst>
              <a:ext uri="{FF2B5EF4-FFF2-40B4-BE49-F238E27FC236}">
                <a16:creationId xmlns:a16="http://schemas.microsoft.com/office/drawing/2014/main" id="{28B9C14F-C0FB-08BA-D78B-E36B7B61F02A}"/>
              </a:ext>
            </a:extLst>
          </p:cNvPr>
          <p:cNvGrpSpPr/>
          <p:nvPr/>
        </p:nvGrpSpPr>
        <p:grpSpPr>
          <a:xfrm>
            <a:off x="3792508" y="5234753"/>
            <a:ext cx="434160" cy="371160"/>
            <a:chOff x="4297500" y="5503980"/>
            <a:chExt cx="43416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F4542D8F-2774-19C4-471F-71D09310274A}"/>
                    </a:ext>
                  </a:extLst>
                </p14:cNvPr>
                <p14:cNvContentPartPr/>
                <p14:nvPr/>
              </p14:nvContentPartPr>
              <p14:xfrm>
                <a:off x="4297500" y="5503980"/>
                <a:ext cx="152640" cy="2808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F4542D8F-2774-19C4-471F-71D09310274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79860" y="5486340"/>
                  <a:ext cx="188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C6715859-78B9-10E7-80A6-16E343EC1465}"/>
                    </a:ext>
                  </a:extLst>
                </p14:cNvPr>
                <p14:cNvContentPartPr/>
                <p14:nvPr/>
              </p14:nvContentPartPr>
              <p14:xfrm>
                <a:off x="4396500" y="5547180"/>
                <a:ext cx="24120" cy="29664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C6715859-78B9-10E7-80A6-16E343EC14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78500" y="5529540"/>
                  <a:ext cx="59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0E97313F-D8E4-4EB7-65E8-E3F76E7D2CF1}"/>
                    </a:ext>
                  </a:extLst>
                </p14:cNvPr>
                <p14:cNvContentPartPr/>
                <p14:nvPr/>
              </p14:nvContentPartPr>
              <p14:xfrm>
                <a:off x="4335660" y="5844540"/>
                <a:ext cx="174960" cy="1584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0E97313F-D8E4-4EB7-65E8-E3F76E7D2C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17660" y="5826540"/>
                  <a:ext cx="210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DF0991FF-D238-720B-DA50-81D4007CE8A5}"/>
                    </a:ext>
                  </a:extLst>
                </p14:cNvPr>
                <p14:cNvContentPartPr/>
                <p14:nvPr/>
              </p14:nvContentPartPr>
              <p14:xfrm>
                <a:off x="4632660" y="5654100"/>
                <a:ext cx="59760" cy="36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DF0991FF-D238-720B-DA50-81D4007CE8A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15020" y="5636100"/>
                  <a:ext cx="95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092557D6-8A40-A2A6-CCD2-8D1CB5CE16E6}"/>
                    </a:ext>
                  </a:extLst>
                </p14:cNvPr>
                <p14:cNvContentPartPr/>
                <p14:nvPr/>
              </p14:nvContentPartPr>
              <p14:xfrm>
                <a:off x="4654980" y="5669220"/>
                <a:ext cx="8640" cy="20592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092557D6-8A40-A2A6-CCD2-8D1CB5CE16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37340" y="5651220"/>
                  <a:ext cx="44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FB2C57BB-5096-1E87-5E8E-432751B2EC83}"/>
                    </a:ext>
                  </a:extLst>
                </p14:cNvPr>
                <p14:cNvContentPartPr/>
                <p14:nvPr/>
              </p14:nvContentPartPr>
              <p14:xfrm>
                <a:off x="4678740" y="5768220"/>
                <a:ext cx="51120" cy="792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FB2C57BB-5096-1E87-5E8E-432751B2EC8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60740" y="5750220"/>
                  <a:ext cx="86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B8C42B4B-D61B-401F-1EC4-547B1A4E9E7E}"/>
                    </a:ext>
                  </a:extLst>
                </p14:cNvPr>
                <p14:cNvContentPartPr/>
                <p14:nvPr/>
              </p14:nvContentPartPr>
              <p14:xfrm>
                <a:off x="4685940" y="5654100"/>
                <a:ext cx="45720" cy="36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B8C42B4B-D61B-401F-1EC4-547B1A4E9E7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67940" y="5636100"/>
                  <a:ext cx="813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4121C9E6-1200-3FB8-5B79-6B6D956444F5}"/>
                  </a:ext>
                </a:extLst>
              </p14:cNvPr>
              <p14:cNvContentPartPr/>
              <p14:nvPr/>
            </p14:nvContentPartPr>
            <p14:xfrm>
              <a:off x="5407828" y="5033873"/>
              <a:ext cx="151200" cy="36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4121C9E6-1200-3FB8-5B79-6B6D956444F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389828" y="5016233"/>
                <a:ext cx="186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AEDCFF78-3CB6-DF52-AE77-F02CBD2BB44D}"/>
                  </a:ext>
                </a:extLst>
              </p14:cNvPr>
              <p14:cNvContentPartPr/>
              <p14:nvPr/>
            </p14:nvContentPartPr>
            <p14:xfrm>
              <a:off x="5400628" y="5217833"/>
              <a:ext cx="181080" cy="756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AEDCFF78-3CB6-DF52-AE77-F02CBD2BB44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82628" y="5200193"/>
                <a:ext cx="2167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37B207F7-CA13-DA3B-0B85-A05EF5045665}"/>
                  </a:ext>
                </a:extLst>
              </p14:cNvPr>
              <p14:cNvContentPartPr/>
              <p14:nvPr/>
            </p14:nvContentPartPr>
            <p14:xfrm>
              <a:off x="6017307" y="4759553"/>
              <a:ext cx="45719" cy="561371"/>
            </p14:xfrm>
          </p:contentPart>
        </mc:Choice>
        <mc:Fallback xmlns=""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37B207F7-CA13-DA3B-0B85-A05EF504566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998872" y="4741920"/>
                <a:ext cx="82220" cy="596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783BC57B-7F05-42FC-99C9-CC1EF77C264A}"/>
                  </a:ext>
                </a:extLst>
              </p14:cNvPr>
              <p14:cNvContentPartPr/>
              <p14:nvPr/>
            </p14:nvContentPartPr>
            <p14:xfrm>
              <a:off x="6047908" y="4705193"/>
              <a:ext cx="274142" cy="623651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783BC57B-7F05-42FC-99C9-CC1EF77C264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30279" y="4687559"/>
                <a:ext cx="309759" cy="659278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3A77044E-51E1-CA5C-9CDE-4B240EBE10DF}"/>
              </a:ext>
            </a:extLst>
          </p:cNvPr>
          <p:cNvSpPr txBox="1"/>
          <p:nvPr/>
        </p:nvSpPr>
        <p:spPr>
          <a:xfrm>
            <a:off x="312012" y="5730020"/>
            <a:ext cx="7966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계산된 </a:t>
            </a:r>
            <a:r>
              <a:rPr lang="ko-KR" altLang="en-US" sz="2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저항값은</a:t>
            </a:r>
            <a:r>
              <a:rPr lang="ko-KR" altLang="en-US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실제제품에서 근사치로 사용</a:t>
            </a:r>
            <a:r>
              <a:rPr lang="en-US" altLang="ko-KR" sz="2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sz="2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20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62DA1-2EBC-0EEB-9289-29EC2249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</a:t>
            </a:r>
            <a:r>
              <a:rPr lang="en-US" altLang="ko-KR" dirty="0"/>
              <a:t>(LED </a:t>
            </a:r>
            <a:r>
              <a:rPr lang="ko-KR" altLang="en-US" dirty="0"/>
              <a:t>제어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781F262-15A7-4F55-1615-96CF33CC1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4086" y="1890715"/>
            <a:ext cx="4775720" cy="435133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382135-BC57-E5EE-F185-AFF6BDB86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947" y="2110163"/>
            <a:ext cx="863644" cy="844593"/>
          </a:xfrm>
          <a:prstGeom prst="rect">
            <a:avLst/>
          </a:prstGeom>
        </p:spPr>
      </p:pic>
      <p:sp>
        <p:nvSpPr>
          <p:cNvPr id="3" name="화살표: 왼쪽/오른쪽 2">
            <a:extLst>
              <a:ext uri="{FF2B5EF4-FFF2-40B4-BE49-F238E27FC236}">
                <a16:creationId xmlns:a16="http://schemas.microsoft.com/office/drawing/2014/main" id="{57819D20-626A-1247-FFA7-C3E3AA9F6EFD}"/>
              </a:ext>
            </a:extLst>
          </p:cNvPr>
          <p:cNvSpPr/>
          <p:nvPr/>
        </p:nvSpPr>
        <p:spPr>
          <a:xfrm>
            <a:off x="6295620" y="2386013"/>
            <a:ext cx="714375" cy="407194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5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5EF2-8812-B8F9-2E25-49A7D888B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9F7021D-0F16-843F-6914-9AEC32583675}"/>
              </a:ext>
            </a:extLst>
          </p:cNvPr>
          <p:cNvSpPr/>
          <p:nvPr/>
        </p:nvSpPr>
        <p:spPr>
          <a:xfrm>
            <a:off x="7937500" y="2941935"/>
            <a:ext cx="3302000" cy="2773065"/>
          </a:xfrm>
          <a:prstGeom prst="roundRect">
            <a:avLst>
              <a:gd name="adj" fmla="val 567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615E3F-47F9-BBAC-3C19-79B1E422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</a:t>
            </a:r>
            <a:r>
              <a:rPr lang="en-US" altLang="ko-KR" dirty="0"/>
              <a:t>(LED </a:t>
            </a:r>
            <a:r>
              <a:rPr lang="ko-KR" altLang="en-US" dirty="0"/>
              <a:t>제어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236E84-8FA5-F0C7-F6A5-799648661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49405"/>
            <a:ext cx="3600680" cy="3765595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8A25ABA-507E-1943-D949-96F0D5DDAEB1}"/>
              </a:ext>
            </a:extLst>
          </p:cNvPr>
          <p:cNvCxnSpPr>
            <a:cxnSpLocks/>
          </p:cNvCxnSpPr>
          <p:nvPr/>
        </p:nvCxnSpPr>
        <p:spPr>
          <a:xfrm flipV="1">
            <a:off x="2686050" y="2395537"/>
            <a:ext cx="2032115" cy="136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F39574-4E95-A53E-2F7D-111E36980DB7}"/>
              </a:ext>
            </a:extLst>
          </p:cNvPr>
          <p:cNvSpPr txBox="1"/>
          <p:nvPr/>
        </p:nvSpPr>
        <p:spPr>
          <a:xfrm>
            <a:off x="4918303" y="1949405"/>
            <a:ext cx="2800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핀 번호 설정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변수에 담을 수 있음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상수로 선</a:t>
            </a:r>
            <a:r>
              <a:rPr lang="en-US" altLang="ko-KR" dirty="0"/>
              <a:t>uint8_t</a:t>
            </a:r>
            <a:r>
              <a:rPr lang="ko-KR" altLang="en-US" dirty="0"/>
              <a:t>언 가능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805FA-F6CF-A49F-BED6-6AEBA740A4EE}"/>
              </a:ext>
            </a:extLst>
          </p:cNvPr>
          <p:cNvSpPr txBox="1"/>
          <p:nvPr/>
        </p:nvSpPr>
        <p:spPr>
          <a:xfrm>
            <a:off x="8071767" y="3143250"/>
            <a:ext cx="4133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정확히는</a:t>
            </a:r>
            <a:endParaRPr lang="en-US" altLang="ko-KR" dirty="0"/>
          </a:p>
          <a:p>
            <a:r>
              <a:rPr lang="en-US" altLang="ko-KR" dirty="0"/>
              <a:t>const uint8_t LED_PIN = 1;</a:t>
            </a:r>
          </a:p>
          <a:p>
            <a:endParaRPr lang="en-US" altLang="ko-KR" dirty="0"/>
          </a:p>
          <a:p>
            <a:r>
              <a:rPr lang="en-US" altLang="ko-KR" dirty="0"/>
              <a:t>int</a:t>
            </a:r>
          </a:p>
          <a:p>
            <a:r>
              <a:rPr lang="en-US" altLang="ko-KR" dirty="0"/>
              <a:t>byte</a:t>
            </a:r>
          </a:p>
          <a:p>
            <a:r>
              <a:rPr lang="en-US" altLang="ko-KR" dirty="0"/>
              <a:t>uint_8t</a:t>
            </a:r>
          </a:p>
          <a:p>
            <a:endParaRPr lang="en-US" altLang="ko-KR" dirty="0"/>
          </a:p>
          <a:p>
            <a:r>
              <a:rPr lang="ko-KR" altLang="en-US" dirty="0"/>
              <a:t>차이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9" name="오른쪽 대괄호 8">
            <a:extLst>
              <a:ext uri="{FF2B5EF4-FFF2-40B4-BE49-F238E27FC236}">
                <a16:creationId xmlns:a16="http://schemas.microsoft.com/office/drawing/2014/main" id="{9FBAFD9A-650E-E84C-7E1D-2C42C5D68686}"/>
              </a:ext>
            </a:extLst>
          </p:cNvPr>
          <p:cNvSpPr/>
          <p:nvPr/>
        </p:nvSpPr>
        <p:spPr>
          <a:xfrm>
            <a:off x="4086225" y="3035300"/>
            <a:ext cx="241300" cy="7366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대괄호 9">
            <a:extLst>
              <a:ext uri="{FF2B5EF4-FFF2-40B4-BE49-F238E27FC236}">
                <a16:creationId xmlns:a16="http://schemas.microsoft.com/office/drawing/2014/main" id="{5D3A2390-9E7D-D8B0-14F1-35005D594690}"/>
              </a:ext>
            </a:extLst>
          </p:cNvPr>
          <p:cNvSpPr/>
          <p:nvPr/>
        </p:nvSpPr>
        <p:spPr>
          <a:xfrm>
            <a:off x="4518024" y="4108450"/>
            <a:ext cx="282575" cy="142875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8D638-9AEC-5473-AEFB-257F6B4EF613}"/>
              </a:ext>
            </a:extLst>
          </p:cNvPr>
          <p:cNvSpPr txBox="1"/>
          <p:nvPr/>
        </p:nvSpPr>
        <p:spPr>
          <a:xfrm>
            <a:off x="4659311" y="2941935"/>
            <a:ext cx="2800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앞으로 프로그래밍 하기 위한 초기 설정 단계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아두이노에만</a:t>
            </a:r>
            <a:r>
              <a:rPr lang="ko-KR" altLang="en-US" dirty="0"/>
              <a:t> 있음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9E56A-B422-9726-C0C4-2A8C15DAE454}"/>
              </a:ext>
            </a:extLst>
          </p:cNvPr>
          <p:cNvSpPr txBox="1"/>
          <p:nvPr/>
        </p:nvSpPr>
        <p:spPr>
          <a:xfrm>
            <a:off x="5036008" y="4499659"/>
            <a:ext cx="2800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전원이 인가된 후부터 계속 </a:t>
            </a:r>
            <a:r>
              <a:rPr lang="en-US" altLang="ko-KR" dirty="0"/>
              <a:t>＇</a:t>
            </a:r>
            <a:r>
              <a:rPr lang="ko-KR" altLang="en-US" dirty="0"/>
              <a:t>반복실행</a:t>
            </a:r>
            <a:r>
              <a:rPr lang="en-US" altLang="ko-KR" dirty="0"/>
              <a:t>’ </a:t>
            </a:r>
            <a:r>
              <a:rPr lang="ko-KR" altLang="en-US" dirty="0"/>
              <a:t>되는 코드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0872EF8-0C5A-EF84-4CF7-468EDE9F57BF}"/>
              </a:ext>
            </a:extLst>
          </p:cNvPr>
          <p:cNvCxnSpPr>
            <a:endCxn id="11" idx="1"/>
          </p:cNvCxnSpPr>
          <p:nvPr/>
        </p:nvCxnSpPr>
        <p:spPr>
          <a:xfrm>
            <a:off x="4327525" y="3403600"/>
            <a:ext cx="3317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1E1F18E-9678-F506-5E80-AAF89B226D39}"/>
              </a:ext>
            </a:extLst>
          </p:cNvPr>
          <p:cNvCxnSpPr>
            <a:stCxn id="10" idx="2"/>
            <a:endCxn id="12" idx="1"/>
          </p:cNvCxnSpPr>
          <p:nvPr/>
        </p:nvCxnSpPr>
        <p:spPr>
          <a:xfrm>
            <a:off x="4800599" y="4822825"/>
            <a:ext cx="2354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66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7831A-751B-E9C2-7784-D6DC3946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</a:t>
            </a:r>
            <a:r>
              <a:rPr lang="en-US" altLang="ko-KR" dirty="0"/>
              <a:t>(LED </a:t>
            </a:r>
            <a:r>
              <a:rPr lang="ko-KR" altLang="en-US" dirty="0"/>
              <a:t>제어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3B634E-00A8-5B5E-5ED4-56405CA63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602695"/>
            <a:ext cx="3786480" cy="3959905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0C160A12-6361-D132-45AA-C6B9FACF5275}"/>
              </a:ext>
            </a:extLst>
          </p:cNvPr>
          <p:cNvSpPr/>
          <p:nvPr/>
        </p:nvSpPr>
        <p:spPr>
          <a:xfrm>
            <a:off x="1574800" y="4318000"/>
            <a:ext cx="1657350" cy="47625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D4AF02F-71AF-1E6B-E2AD-B634E397D664}"/>
              </a:ext>
            </a:extLst>
          </p:cNvPr>
          <p:cNvCxnSpPr>
            <a:cxnSpLocks/>
          </p:cNvCxnSpPr>
          <p:nvPr/>
        </p:nvCxnSpPr>
        <p:spPr>
          <a:xfrm flipV="1">
            <a:off x="3232150" y="4191000"/>
            <a:ext cx="1866900" cy="31115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C91470-B3C7-D23D-F12F-E2F7A009CF6F}"/>
              </a:ext>
            </a:extLst>
          </p:cNvPr>
          <p:cNvSpPr txBox="1"/>
          <p:nvPr/>
        </p:nvSpPr>
        <p:spPr>
          <a:xfrm>
            <a:off x="5291760" y="3618167"/>
            <a:ext cx="441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delay()</a:t>
            </a:r>
            <a:r>
              <a:rPr lang="ko-KR" altLang="en-US" dirty="0"/>
              <a:t>함수 </a:t>
            </a:r>
            <a:r>
              <a:rPr lang="en-US" altLang="ko-KR" dirty="0"/>
              <a:t>/ </a:t>
            </a:r>
            <a:r>
              <a:rPr lang="ko-KR" altLang="en-US" dirty="0"/>
              <a:t>단위 </a:t>
            </a:r>
            <a:r>
              <a:rPr lang="en-US" altLang="ko-KR" dirty="0"/>
              <a:t>milliseconds</a:t>
            </a:r>
          </a:p>
          <a:p>
            <a:endParaRPr lang="en-US" altLang="ko-KR" dirty="0"/>
          </a:p>
          <a:p>
            <a:r>
              <a:rPr lang="ko-KR" altLang="en-US" dirty="0"/>
              <a:t>해당 코드가 실행되면 </a:t>
            </a:r>
            <a:r>
              <a:rPr lang="en-US" altLang="ko-KR" dirty="0" err="1"/>
              <a:t>mcu</a:t>
            </a:r>
            <a:r>
              <a:rPr lang="ko-KR" altLang="en-US" dirty="0"/>
              <a:t>는 </a:t>
            </a:r>
            <a:r>
              <a:rPr lang="ko-KR" altLang="en-US" dirty="0" err="1"/>
              <a:t>아무작업을</a:t>
            </a:r>
            <a:r>
              <a:rPr lang="ko-KR" altLang="en-US" dirty="0"/>
              <a:t> 수행하지 않음</a:t>
            </a:r>
            <a:r>
              <a:rPr lang="en-US" altLang="ko-KR" dirty="0"/>
              <a:t>(while(1); </a:t>
            </a:r>
            <a:r>
              <a:rPr lang="ko-KR" altLang="en-US" dirty="0"/>
              <a:t>문 작동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299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CAEC3-C060-4B33-41A6-5BEAF94B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55649F-F9B2-41A5-92D0-4DBDBC643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led 5</a:t>
            </a:r>
            <a:r>
              <a:rPr lang="ko-KR" altLang="en-US" dirty="0"/>
              <a:t>개를 일정시간 간격으로 순차적으로 점등되게 해보세요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2. led 5</a:t>
            </a:r>
            <a:r>
              <a:rPr lang="ko-KR" altLang="en-US" dirty="0"/>
              <a:t>개를 랜덤하게 점등되게 해보세요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9F481-09BB-B84E-C2F8-83D46B81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57F151-D295-E766-6614-DC715205BC8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94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F1769-C01C-5A5A-1440-502658BF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</a:t>
            </a:r>
            <a:r>
              <a:rPr lang="en-US" altLang="ko-KR" dirty="0"/>
              <a:t>(</a:t>
            </a:r>
            <a:r>
              <a:rPr lang="ko-KR" altLang="en-US" dirty="0"/>
              <a:t>버튼 입력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26" name="Picture 2" descr="도매 6 × 6mm 택트 스위치 4 핀 푸시 버튼 전술 스위치,6 × 6mm 택트 스위치 4 핀 푸시 버튼 전술 스위치 공장">
            <a:extLst>
              <a:ext uri="{FF2B5EF4-FFF2-40B4-BE49-F238E27FC236}">
                <a16:creationId xmlns:a16="http://schemas.microsoft.com/office/drawing/2014/main" id="{B806E47B-F4CD-130E-C122-B37A9BC61E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05" y="1102211"/>
            <a:ext cx="2764248" cy="276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duino, 스위치 다루기">
            <a:extLst>
              <a:ext uri="{FF2B5EF4-FFF2-40B4-BE49-F238E27FC236}">
                <a16:creationId xmlns:a16="http://schemas.microsoft.com/office/drawing/2014/main" id="{84EEF903-BC58-02EE-6B1A-93A2FAA86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604" y="2302272"/>
            <a:ext cx="5076825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디바이스마트,스위치/부저/전기부품 &gt; 스위치 &gt; Tact 스위치(SMD타입),NW3 (New3),마이크로 택트 스위치 [NW3-A06-B3],Tact 스위치 / SMD TYPE / DC 12V / 50mA / 6.1mm*3.7mm / 작은 사이즈 SMD 택트 스위치. 벌크 포장, 대량 구매시 릴 판매 가능(별도문의), 릴 판매 단위 : 3000개">
            <a:extLst>
              <a:ext uri="{FF2B5EF4-FFF2-40B4-BE49-F238E27FC236}">
                <a16:creationId xmlns:a16="http://schemas.microsoft.com/office/drawing/2014/main" id="{F652C59B-19C7-1160-FAD8-67106B23D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8534"/>
            <a:ext cx="32639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9FC9898-F28A-D3B9-4720-8D679396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646" y="3555356"/>
            <a:ext cx="3170767" cy="237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6B9465B-1DAC-7C83-603F-1F7CCD05F188}"/>
              </a:ext>
            </a:extLst>
          </p:cNvPr>
          <p:cNvSpPr txBox="1">
            <a:spLocks/>
          </p:cNvSpPr>
          <p:nvPr/>
        </p:nvSpPr>
        <p:spPr>
          <a:xfrm>
            <a:off x="4033755" y="5657850"/>
            <a:ext cx="3521010" cy="59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다양한 버튼의 종류</a:t>
            </a:r>
          </a:p>
        </p:txBody>
      </p:sp>
    </p:spTree>
    <p:extLst>
      <p:ext uri="{BB962C8B-B14F-4D97-AF65-F5344CB8AC3E}">
        <p14:creationId xmlns:p14="http://schemas.microsoft.com/office/powerpoint/2010/main" val="350491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F14C4-2C98-F527-4698-57BA188F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플로팅</a:t>
            </a:r>
            <a:r>
              <a:rPr lang="ko-KR" altLang="en-US" dirty="0"/>
              <a:t> 현상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067CC-26F5-D6DF-197C-86AB96F91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99547"/>
            <a:ext cx="10515600" cy="97741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채터링이라고도</a:t>
            </a:r>
            <a:r>
              <a:rPr lang="ko-KR" altLang="en-US" dirty="0"/>
              <a:t> 함</a:t>
            </a:r>
            <a:endParaRPr lang="en-US" altLang="ko-KR" dirty="0"/>
          </a:p>
          <a:p>
            <a:r>
              <a:rPr lang="ko-KR" altLang="en-US" dirty="0"/>
              <a:t>버튼의 기계적 특성에 의해 버튼을 누르거나 뗐을 때 </a:t>
            </a:r>
            <a:r>
              <a:rPr lang="en-US" altLang="ko-KR" dirty="0"/>
              <a:t>bounce </a:t>
            </a:r>
            <a:r>
              <a:rPr lang="ko-KR" altLang="en-US" dirty="0"/>
              <a:t>현상이 생김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9E8D41-7DE4-D858-B7BF-F791C4F69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90" y="1690688"/>
            <a:ext cx="2487459" cy="32558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E94E21-BC4B-0B38-9162-E0EDC719E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515" y="2317531"/>
            <a:ext cx="4178515" cy="2629035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AFB689-06B8-AC40-7C3C-00F737954AC1}"/>
              </a:ext>
            </a:extLst>
          </p:cNvPr>
          <p:cNvCxnSpPr>
            <a:cxnSpLocks/>
          </p:cNvCxnSpPr>
          <p:nvPr/>
        </p:nvCxnSpPr>
        <p:spPr>
          <a:xfrm>
            <a:off x="6144588" y="2820942"/>
            <a:ext cx="2489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626E4D-9D7F-B54B-BF2D-D0D407490F2F}"/>
              </a:ext>
            </a:extLst>
          </p:cNvPr>
          <p:cNvSpPr txBox="1"/>
          <p:nvPr/>
        </p:nvSpPr>
        <p:spPr>
          <a:xfrm>
            <a:off x="5625346" y="263627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5V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2F96F1-9E92-38F2-0EC1-64AF9C2DD4AD}"/>
              </a:ext>
            </a:extLst>
          </p:cNvPr>
          <p:cNvSpPr txBox="1"/>
          <p:nvPr/>
        </p:nvSpPr>
        <p:spPr>
          <a:xfrm>
            <a:off x="5678303" y="3857262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0V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F4F327-3505-D603-4041-C65BA3F4A028}"/>
              </a:ext>
            </a:extLst>
          </p:cNvPr>
          <p:cNvSpPr txBox="1"/>
          <p:nvPr/>
        </p:nvSpPr>
        <p:spPr>
          <a:xfrm>
            <a:off x="6782415" y="20082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채터링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EF35A-4EF2-1DF8-0736-FF8986B83805}"/>
              </a:ext>
            </a:extLst>
          </p:cNvPr>
          <p:cNvSpPr txBox="1"/>
          <p:nvPr/>
        </p:nvSpPr>
        <p:spPr>
          <a:xfrm>
            <a:off x="8470758" y="20082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채터링</a:t>
            </a:r>
            <a:endParaRPr lang="ko-KR" altLang="en-US" b="1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FF12231-33AE-C999-3B41-7081E3F9BB71}"/>
              </a:ext>
            </a:extLst>
          </p:cNvPr>
          <p:cNvSpPr/>
          <p:nvPr/>
        </p:nvSpPr>
        <p:spPr>
          <a:xfrm>
            <a:off x="6667828" y="2630594"/>
            <a:ext cx="1183640" cy="163306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FC1EDF5-202E-211F-E8EE-7E9E1C51BFA2}"/>
              </a:ext>
            </a:extLst>
          </p:cNvPr>
          <p:cNvSpPr/>
          <p:nvPr/>
        </p:nvSpPr>
        <p:spPr>
          <a:xfrm>
            <a:off x="8317519" y="2630594"/>
            <a:ext cx="1183640" cy="163306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5B70EE-C841-2A09-B90F-FFA358A31AB2}"/>
              </a:ext>
            </a:extLst>
          </p:cNvPr>
          <p:cNvSpPr txBox="1"/>
          <p:nvPr/>
        </p:nvSpPr>
        <p:spPr>
          <a:xfrm>
            <a:off x="5116552" y="1568235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스위치 누른 시점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CD6D9C-2BB7-1950-1326-F587BBD39C40}"/>
              </a:ext>
            </a:extLst>
          </p:cNvPr>
          <p:cNvSpPr txBox="1"/>
          <p:nvPr/>
        </p:nvSpPr>
        <p:spPr>
          <a:xfrm>
            <a:off x="9034221" y="1568235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스위치 뗀 시점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B14C67D-2A39-38E6-CB7E-EE8AD5F118B0}"/>
              </a:ext>
            </a:extLst>
          </p:cNvPr>
          <p:cNvCxnSpPr/>
          <p:nvPr/>
        </p:nvCxnSpPr>
        <p:spPr>
          <a:xfrm>
            <a:off x="6144588" y="2008208"/>
            <a:ext cx="883920" cy="81273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D247A80-6105-34AE-A99D-6C5B4D35C9CD}"/>
              </a:ext>
            </a:extLst>
          </p:cNvPr>
          <p:cNvCxnSpPr>
            <a:stCxn id="17" idx="2"/>
          </p:cNvCxnSpPr>
          <p:nvPr/>
        </p:nvCxnSpPr>
        <p:spPr>
          <a:xfrm flipH="1">
            <a:off x="8694748" y="1937567"/>
            <a:ext cx="1206057" cy="88337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60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FA93-8AFC-2120-BC5E-3337CAC1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6BFC7-BE0A-9E00-FCDF-025863EC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풀업저항</a:t>
            </a:r>
            <a:r>
              <a:rPr lang="ko-KR" altLang="en-US" dirty="0"/>
              <a:t>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8CFEB7F-7406-A1AE-19D5-CA19E1E3C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132" y="2070894"/>
            <a:ext cx="3521010" cy="4351338"/>
          </a:xfr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766B6E-FC54-75B5-D1E9-2C6D8F35C780}"/>
              </a:ext>
            </a:extLst>
          </p:cNvPr>
          <p:cNvSpPr txBox="1">
            <a:spLocks/>
          </p:cNvSpPr>
          <p:nvPr/>
        </p:nvSpPr>
        <p:spPr>
          <a:xfrm>
            <a:off x="825435" y="1501760"/>
            <a:ext cx="3521010" cy="59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풀업</a:t>
            </a:r>
            <a:r>
              <a:rPr lang="ko-KR" altLang="en-US" dirty="0"/>
              <a:t> 저항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EC03CCF-D352-DC51-297E-7A55CDD951AB}"/>
              </a:ext>
            </a:extLst>
          </p:cNvPr>
          <p:cNvSpPr txBox="1">
            <a:spLocks/>
          </p:cNvSpPr>
          <p:nvPr/>
        </p:nvSpPr>
        <p:spPr>
          <a:xfrm>
            <a:off x="6522144" y="1473200"/>
            <a:ext cx="3521010" cy="59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7FD08A-2097-3F48-752C-6238A57F5383}"/>
              </a:ext>
            </a:extLst>
          </p:cNvPr>
          <p:cNvGrpSpPr/>
          <p:nvPr/>
        </p:nvGrpSpPr>
        <p:grpSpPr>
          <a:xfrm>
            <a:off x="1922220" y="2895135"/>
            <a:ext cx="1099080" cy="1108080"/>
            <a:chOff x="1922220" y="2895135"/>
            <a:chExt cx="1099080" cy="11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A6D763C-4D0E-9727-3DC5-7831EA193799}"/>
                    </a:ext>
                  </a:extLst>
                </p14:cNvPr>
                <p14:cNvContentPartPr/>
                <p14:nvPr/>
              </p14:nvContentPartPr>
              <p14:xfrm>
                <a:off x="1922220" y="2895135"/>
                <a:ext cx="1064160" cy="9442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A6D763C-4D0E-9727-3DC5-7831EA1937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04220" y="2877495"/>
                  <a:ext cx="1099800" cy="9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AC3FCF5-3BFC-C550-9A52-25D97307B0BD}"/>
                    </a:ext>
                  </a:extLst>
                </p14:cNvPr>
                <p14:cNvContentPartPr/>
                <p14:nvPr/>
              </p14:nvContentPartPr>
              <p14:xfrm>
                <a:off x="2924100" y="3724215"/>
                <a:ext cx="97200" cy="2790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AC3FCF5-3BFC-C550-9A52-25D97307B0B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06100" y="3706215"/>
                  <a:ext cx="132840" cy="314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805032BF-E5C1-7086-B43A-4ACA40810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144" y="2061369"/>
            <a:ext cx="3170505" cy="4209844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8071592-2C33-83BC-7515-7E80ADB1FFFE}"/>
              </a:ext>
            </a:extLst>
          </p:cNvPr>
          <p:cNvGrpSpPr/>
          <p:nvPr/>
        </p:nvGrpSpPr>
        <p:grpSpPr>
          <a:xfrm>
            <a:off x="7496100" y="2761935"/>
            <a:ext cx="1420200" cy="1193760"/>
            <a:chOff x="7496100" y="2761935"/>
            <a:chExt cx="1420200" cy="11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A1DFCD5-7691-F8A7-A843-58D8BF61F694}"/>
                    </a:ext>
                  </a:extLst>
                </p14:cNvPr>
                <p14:cNvContentPartPr/>
                <p14:nvPr/>
              </p14:nvContentPartPr>
              <p14:xfrm>
                <a:off x="7496100" y="2761935"/>
                <a:ext cx="1351800" cy="10209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A1DFCD5-7691-F8A7-A843-58D8BF61F6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78460" y="2743935"/>
                  <a:ext cx="1387440" cy="10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D7A9AFD-544E-7076-3D91-23A4FD6FFEBD}"/>
                    </a:ext>
                  </a:extLst>
                </p14:cNvPr>
                <p14:cNvContentPartPr/>
                <p14:nvPr/>
              </p14:nvContentPartPr>
              <p14:xfrm>
                <a:off x="8748900" y="3657255"/>
                <a:ext cx="167400" cy="2984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D7A9AFD-544E-7076-3D91-23A4FD6FFEB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31260" y="3639255"/>
                  <a:ext cx="20304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1A899D-E029-5912-42BD-38D9E1CDB5E1}"/>
              </a:ext>
            </a:extLst>
          </p:cNvPr>
          <p:cNvGrpSpPr/>
          <p:nvPr/>
        </p:nvGrpSpPr>
        <p:grpSpPr>
          <a:xfrm>
            <a:off x="1809540" y="4542855"/>
            <a:ext cx="1190880" cy="1002240"/>
            <a:chOff x="1809540" y="4542855"/>
            <a:chExt cx="1190880" cy="10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779CDDA-3D2C-C198-524B-1137F5C87BAA}"/>
                    </a:ext>
                  </a:extLst>
                </p14:cNvPr>
                <p14:cNvContentPartPr/>
                <p14:nvPr/>
              </p14:nvContentPartPr>
              <p14:xfrm>
                <a:off x="1961820" y="4542855"/>
                <a:ext cx="1038600" cy="9518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779CDDA-3D2C-C198-524B-1137F5C87B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43820" y="4524855"/>
                  <a:ext cx="1074240" cy="9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653A9E7-010A-B1CB-5B9F-468991535587}"/>
                    </a:ext>
                  </a:extLst>
                </p14:cNvPr>
                <p14:cNvContentPartPr/>
                <p14:nvPr/>
              </p14:nvContentPartPr>
              <p14:xfrm>
                <a:off x="1809540" y="5392455"/>
                <a:ext cx="401400" cy="1526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653A9E7-010A-B1CB-5B9F-46899153558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1540" y="5374455"/>
                  <a:ext cx="4370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16C718-3E14-A6DA-454E-3EFE4A4C56A8}"/>
              </a:ext>
            </a:extLst>
          </p:cNvPr>
          <p:cNvGrpSpPr/>
          <p:nvPr/>
        </p:nvGrpSpPr>
        <p:grpSpPr>
          <a:xfrm>
            <a:off x="7496100" y="4418295"/>
            <a:ext cx="1409760" cy="1112040"/>
            <a:chOff x="7496100" y="4418295"/>
            <a:chExt cx="1409760" cy="11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8662AD1-4CB8-82C7-EC5B-0B558DFA750A}"/>
                    </a:ext>
                  </a:extLst>
                </p14:cNvPr>
                <p14:cNvContentPartPr/>
                <p14:nvPr/>
              </p14:nvContentPartPr>
              <p14:xfrm>
                <a:off x="7657740" y="4418295"/>
                <a:ext cx="1248120" cy="9907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8662AD1-4CB8-82C7-EC5B-0B558DFA75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40100" y="4400655"/>
                  <a:ext cx="128376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BABAB4A-1795-836E-1A92-8C22571C24C6}"/>
                    </a:ext>
                  </a:extLst>
                </p14:cNvPr>
                <p14:cNvContentPartPr/>
                <p14:nvPr/>
              </p14:nvContentPartPr>
              <p14:xfrm>
                <a:off x="7496100" y="5356455"/>
                <a:ext cx="362160" cy="173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BABAB4A-1795-836E-1A92-8C22571C24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78460" y="5338455"/>
                  <a:ext cx="397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254B425-EB18-C1B4-F5C1-94B7DABD20D5}"/>
                    </a:ext>
                  </a:extLst>
                </p14:cNvPr>
                <p14:cNvContentPartPr/>
                <p14:nvPr/>
              </p14:nvContentPartPr>
              <p14:xfrm>
                <a:off x="7686900" y="5391015"/>
                <a:ext cx="360" cy="1134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254B425-EB18-C1B4-F5C1-94B7DABD20D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68900" y="5373375"/>
                  <a:ext cx="36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8C02284-32C4-4395-6E09-3DB423878786}"/>
                    </a:ext>
                  </a:extLst>
                </p14:cNvPr>
                <p14:cNvContentPartPr/>
                <p14:nvPr/>
              </p14:nvContentPartPr>
              <p14:xfrm>
                <a:off x="7657740" y="5401815"/>
                <a:ext cx="19800" cy="1134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8C02284-32C4-4395-6E09-3DB4238787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9740" y="5383815"/>
                  <a:ext cx="55440" cy="149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F1DED67-CDBD-2A53-2210-17A34113604C}"/>
              </a:ext>
            </a:extLst>
          </p:cNvPr>
          <p:cNvSpPr txBox="1"/>
          <p:nvPr/>
        </p:nvSpPr>
        <p:spPr>
          <a:xfrm>
            <a:off x="2585940" y="29801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평소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1E3AD1-2BB3-D8D2-E368-0A018A1E9007}"/>
              </a:ext>
            </a:extLst>
          </p:cNvPr>
          <p:cNvSpPr txBox="1"/>
          <p:nvPr/>
        </p:nvSpPr>
        <p:spPr>
          <a:xfrm>
            <a:off x="2230143" y="4864257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tx2"/>
                </a:solidFill>
              </a:rPr>
              <a:t>스위치 눌렀을 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8DD072-B0A8-1AB9-3F67-D74E542D20F8}"/>
              </a:ext>
            </a:extLst>
          </p:cNvPr>
          <p:cNvSpPr txBox="1"/>
          <p:nvPr/>
        </p:nvSpPr>
        <p:spPr>
          <a:xfrm>
            <a:off x="7958634" y="48341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tx2"/>
                </a:solidFill>
              </a:rPr>
              <a:t>평소</a:t>
            </a:r>
            <a:endParaRPr lang="ko-KR" altLang="en-US" b="1" dirty="0">
              <a:solidFill>
                <a:schemeClr val="tx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B15B80-3D20-C384-FC7E-8B08E63621BA}"/>
              </a:ext>
            </a:extLst>
          </p:cNvPr>
          <p:cNvSpPr txBox="1"/>
          <p:nvPr/>
        </p:nvSpPr>
        <p:spPr>
          <a:xfrm>
            <a:off x="3620447" y="3164780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High!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9171C1-5CC5-BC8A-74B1-B95B329E3630}"/>
              </a:ext>
            </a:extLst>
          </p:cNvPr>
          <p:cNvSpPr txBox="1"/>
          <p:nvPr/>
        </p:nvSpPr>
        <p:spPr>
          <a:xfrm>
            <a:off x="9285884" y="3198293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High!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9AE19F-A302-DCF1-A6FF-55BEEEC446B9}"/>
              </a:ext>
            </a:extLst>
          </p:cNvPr>
          <p:cNvSpPr txBox="1"/>
          <p:nvPr/>
        </p:nvSpPr>
        <p:spPr>
          <a:xfrm>
            <a:off x="7969086" y="2795448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accent2"/>
                </a:solidFill>
              </a:rPr>
              <a:t>스위치 눌렀을 때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749EEA-3EF4-3AB8-ED1F-8676A196DE76}"/>
              </a:ext>
            </a:extLst>
          </p:cNvPr>
          <p:cNvSpPr txBox="1"/>
          <p:nvPr/>
        </p:nvSpPr>
        <p:spPr>
          <a:xfrm>
            <a:off x="2835110" y="5443395"/>
            <a:ext cx="1035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/>
              <a:t>Low…</a:t>
            </a:r>
            <a:endParaRPr lang="ko-KR" altLang="en-US" sz="2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1EB29-D1FD-8822-F409-CC2C50058CFF}"/>
              </a:ext>
            </a:extLst>
          </p:cNvPr>
          <p:cNvSpPr txBox="1"/>
          <p:nvPr/>
        </p:nvSpPr>
        <p:spPr>
          <a:xfrm>
            <a:off x="8529875" y="5263862"/>
            <a:ext cx="1035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/>
              <a:t>Low…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70622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841E0-1AF7-918D-41DD-61BC34C8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</a:t>
            </a:r>
            <a:r>
              <a:rPr lang="en-US" altLang="ko-KR" dirty="0"/>
              <a:t>(</a:t>
            </a:r>
            <a:r>
              <a:rPr lang="ko-KR" altLang="en-US" dirty="0"/>
              <a:t>버튼 입력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8B610ED-943C-4B1F-3E31-069B02343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54640" y="1690688"/>
            <a:ext cx="781090" cy="825542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D4ED595-8261-9DF9-91F2-8B68943A2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83" y="1628657"/>
            <a:ext cx="4559534" cy="4591286"/>
          </a:xfrm>
          <a:prstGeom prst="rect">
            <a:avLst/>
          </a:prstGeom>
        </p:spPr>
      </p:pic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0008B6C5-81F8-41BC-0657-DDE88EF737B8}"/>
              </a:ext>
            </a:extLst>
          </p:cNvPr>
          <p:cNvSpPr/>
          <p:nvPr/>
        </p:nvSpPr>
        <p:spPr>
          <a:xfrm>
            <a:off x="5543541" y="1905022"/>
            <a:ext cx="714375" cy="407194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래픽 10" descr="오른쪽을 가리키는 검지  윤곽선">
            <a:extLst>
              <a:ext uri="{FF2B5EF4-FFF2-40B4-BE49-F238E27FC236}">
                <a16:creationId xmlns:a16="http://schemas.microsoft.com/office/drawing/2014/main" id="{CEF2FF43-3D70-3FEE-EC97-F91B233969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8877" y="2471293"/>
            <a:ext cx="529705" cy="5297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4C4308-79DF-689F-9764-69B08590968C}"/>
              </a:ext>
            </a:extLst>
          </p:cNvPr>
          <p:cNvSpPr txBox="1"/>
          <p:nvPr/>
        </p:nvSpPr>
        <p:spPr>
          <a:xfrm>
            <a:off x="2366394" y="2566868"/>
            <a:ext cx="781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C000"/>
                </a:solidFill>
                <a:highlight>
                  <a:srgbClr val="FFFFFF"/>
                </a:highlight>
              </a:rPr>
              <a:t>클릭</a:t>
            </a:r>
            <a:r>
              <a:rPr lang="en-US" altLang="ko-KR" sz="1600" b="1" dirty="0">
                <a:solidFill>
                  <a:srgbClr val="FFC000"/>
                </a:solidFill>
                <a:highlight>
                  <a:srgbClr val="FFFFFF"/>
                </a:highlight>
              </a:rPr>
              <a:t>!</a:t>
            </a:r>
            <a:endParaRPr lang="ko-KR" altLang="en-US" sz="1600" b="1" dirty="0">
              <a:solidFill>
                <a:srgbClr val="FFC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851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122E-7077-9C12-AD3A-8933E0E4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9D0A9-7B09-24C5-E5CD-0E92E07A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</a:t>
            </a:r>
            <a:r>
              <a:rPr lang="en-US" altLang="ko-KR" dirty="0"/>
              <a:t>(</a:t>
            </a:r>
            <a:r>
              <a:rPr lang="ko-KR" altLang="en-US" dirty="0"/>
              <a:t>버튼 입력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12254D-914D-6A10-FAC2-F3C685E7B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28A1A7-692C-12CF-46DB-C6DB3700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71636"/>
            <a:ext cx="3251247" cy="4240264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177582E-10BE-B2DC-C097-C589D0839851}"/>
              </a:ext>
            </a:extLst>
          </p:cNvPr>
          <p:cNvSpPr txBox="1">
            <a:spLocks/>
          </p:cNvSpPr>
          <p:nvPr/>
        </p:nvSpPr>
        <p:spPr>
          <a:xfrm>
            <a:off x="4476750" y="5659153"/>
            <a:ext cx="5562600" cy="758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digitalRead</a:t>
            </a:r>
            <a:r>
              <a:rPr lang="en-US" altLang="ko-KR" sz="36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36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핀번호</a:t>
            </a:r>
            <a:r>
              <a:rPr lang="en-US" altLang="ko-KR" sz="36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);</a:t>
            </a:r>
            <a:endParaRPr lang="ko-KR" altLang="en-US" sz="36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F038F-6231-79FD-577F-C19DC569FA76}"/>
              </a:ext>
            </a:extLst>
          </p:cNvPr>
          <p:cNvSpPr txBox="1"/>
          <p:nvPr/>
        </p:nvSpPr>
        <p:spPr>
          <a:xfrm>
            <a:off x="4603342" y="2015445"/>
            <a:ext cx="3062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핀 번호 설정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dirty="0"/>
              <a:t>(</a:t>
            </a:r>
            <a:r>
              <a:rPr lang="ko-KR" altLang="en-US" dirty="0"/>
              <a:t>변수에 담을 수 있음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(-</a:t>
            </a:r>
            <a:r>
              <a:rPr lang="ko-KR" altLang="en-US" dirty="0"/>
              <a:t>상수로 선</a:t>
            </a:r>
            <a:r>
              <a:rPr lang="en-US" altLang="ko-KR" dirty="0"/>
              <a:t>uint8_t</a:t>
            </a:r>
            <a:r>
              <a:rPr lang="ko-KR" altLang="en-US" dirty="0"/>
              <a:t>언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F21BC-C319-9062-EC8B-53C1049FB502}"/>
              </a:ext>
            </a:extLst>
          </p:cNvPr>
          <p:cNvSpPr txBox="1"/>
          <p:nvPr/>
        </p:nvSpPr>
        <p:spPr>
          <a:xfrm>
            <a:off x="4603342" y="3049885"/>
            <a:ext cx="2800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 핀의 방향설정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dirty="0"/>
              <a:t>(OUTPUT-</a:t>
            </a:r>
            <a:r>
              <a:rPr lang="ko-KR" altLang="en-US" dirty="0"/>
              <a:t>출력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(INPUT-</a:t>
            </a:r>
            <a:r>
              <a:rPr lang="ko-KR" altLang="en-US" dirty="0"/>
              <a:t>입력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099DC-D843-76C5-ECBA-6EFCF8028674}"/>
              </a:ext>
            </a:extLst>
          </p:cNvPr>
          <p:cNvSpPr txBox="1"/>
          <p:nvPr/>
        </p:nvSpPr>
        <p:spPr>
          <a:xfrm>
            <a:off x="4532222" y="4080042"/>
            <a:ext cx="4416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입력핀의</a:t>
            </a: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상태 정보를 저장할 변수 선언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4FD87-1443-2700-B4A8-0D1BDF500D54}"/>
              </a:ext>
            </a:extLst>
          </p:cNvPr>
          <p:cNvSpPr txBox="1"/>
          <p:nvPr/>
        </p:nvSpPr>
        <p:spPr>
          <a:xfrm>
            <a:off x="4532222" y="4448439"/>
            <a:ext cx="50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en-US" altLang="ko-KR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digitalRead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()</a:t>
            </a: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함수를 이용해 핀 상태를 읽음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3A06928-FB02-242D-EB58-31CA775A2469}"/>
              </a:ext>
            </a:extLst>
          </p:cNvPr>
          <p:cNvCxnSpPr/>
          <p:nvPr/>
        </p:nvCxnSpPr>
        <p:spPr>
          <a:xfrm flipH="1">
            <a:off x="2686050" y="2476500"/>
            <a:ext cx="1790700" cy="1397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3901F8-78FC-D6E9-16F6-949DC25D095E}"/>
              </a:ext>
            </a:extLst>
          </p:cNvPr>
          <p:cNvCxnSpPr>
            <a:cxnSpLocks/>
          </p:cNvCxnSpPr>
          <p:nvPr/>
        </p:nvCxnSpPr>
        <p:spPr>
          <a:xfrm flipH="1">
            <a:off x="3606800" y="3511550"/>
            <a:ext cx="869950" cy="762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EAC80B1-3507-102B-02E3-2BB30B11E5C7}"/>
              </a:ext>
            </a:extLst>
          </p:cNvPr>
          <p:cNvCxnSpPr>
            <a:cxnSpLocks/>
          </p:cNvCxnSpPr>
          <p:nvPr/>
        </p:nvCxnSpPr>
        <p:spPr>
          <a:xfrm flipH="1">
            <a:off x="2908300" y="4422774"/>
            <a:ext cx="1568450" cy="12065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B2C882-FC9E-32C3-F74B-509E3FFD272C}"/>
              </a:ext>
            </a:extLst>
          </p:cNvPr>
          <p:cNvSpPr/>
          <p:nvPr/>
        </p:nvSpPr>
        <p:spPr>
          <a:xfrm>
            <a:off x="2145762" y="4611812"/>
            <a:ext cx="1683288" cy="30281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5BF23B3-A0D9-4B87-B85A-20D8AEA47513}"/>
              </a:ext>
            </a:extLst>
          </p:cNvPr>
          <p:cNvCxnSpPr>
            <a:cxnSpLocks/>
          </p:cNvCxnSpPr>
          <p:nvPr/>
        </p:nvCxnSpPr>
        <p:spPr>
          <a:xfrm flipH="1" flipV="1">
            <a:off x="3908259" y="4845578"/>
            <a:ext cx="623963" cy="79913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685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35B7-E570-A6B5-3F20-E5E38225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BD616-39BE-64D3-582B-632A9829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입출력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712A2-35A3-DCCB-2C10-BB7324551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led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개와 버튼 </a:t>
            </a:r>
            <a:r>
              <a:rPr lang="en-US" altLang="ko-KR" dirty="0"/>
              <a:t>5</a:t>
            </a:r>
            <a:r>
              <a:rPr lang="ko-KR" altLang="en-US" dirty="0"/>
              <a:t>개를 연결하고</a:t>
            </a:r>
            <a:r>
              <a:rPr lang="en-US" altLang="ko-KR" dirty="0"/>
              <a:t>, </a:t>
            </a:r>
            <a:r>
              <a:rPr lang="ko-KR" altLang="en-US" dirty="0"/>
              <a:t>각 버튼을 </a:t>
            </a:r>
            <a:r>
              <a:rPr lang="ko-KR" altLang="en-US" dirty="0" err="1"/>
              <a:t>눌렀을때</a:t>
            </a:r>
            <a:r>
              <a:rPr lang="ko-KR" altLang="en-US" dirty="0"/>
              <a:t> </a:t>
            </a:r>
            <a:r>
              <a:rPr lang="en-US" altLang="ko-KR" dirty="0"/>
              <a:t>led</a:t>
            </a:r>
            <a:r>
              <a:rPr lang="ko-KR" altLang="en-US" dirty="0"/>
              <a:t>가 점등되고</a:t>
            </a:r>
            <a:r>
              <a:rPr lang="en-US" altLang="ko-KR" dirty="0"/>
              <a:t>, </a:t>
            </a:r>
            <a:r>
              <a:rPr lang="ko-KR" altLang="en-US" dirty="0"/>
              <a:t>각 버튼을 </a:t>
            </a:r>
            <a:r>
              <a:rPr lang="ko-KR" altLang="en-US" dirty="0" err="1"/>
              <a:t>뗐을때</a:t>
            </a:r>
            <a:r>
              <a:rPr lang="ko-KR" altLang="en-US" dirty="0"/>
              <a:t> </a:t>
            </a:r>
            <a:r>
              <a:rPr lang="en-US" altLang="ko-KR" dirty="0"/>
              <a:t>led</a:t>
            </a:r>
            <a:r>
              <a:rPr lang="ko-KR" altLang="en-US" dirty="0"/>
              <a:t>가 꺼지도록 구현해보세요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2. </a:t>
            </a:r>
            <a:r>
              <a:rPr lang="ko-KR" altLang="en-US" dirty="0"/>
              <a:t>버튼을 한번 누르면 </a:t>
            </a:r>
            <a:r>
              <a:rPr lang="en-US" altLang="ko-KR" dirty="0"/>
              <a:t>led</a:t>
            </a:r>
            <a:r>
              <a:rPr lang="ko-KR" altLang="en-US" dirty="0"/>
              <a:t>가 점등되고</a:t>
            </a:r>
            <a:r>
              <a:rPr lang="en-US" altLang="ko-KR" dirty="0"/>
              <a:t>, </a:t>
            </a:r>
            <a:r>
              <a:rPr lang="ko-KR" altLang="en-US" dirty="0"/>
              <a:t>버튼을 한번 더 누르면 </a:t>
            </a:r>
            <a:r>
              <a:rPr lang="en-US" altLang="ko-KR" dirty="0"/>
              <a:t>led</a:t>
            </a:r>
            <a:r>
              <a:rPr lang="ko-KR" altLang="en-US" dirty="0"/>
              <a:t>가 꺼지게 구현해 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8E110-C2BF-829B-7B85-93D7C515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C7E5B4-6C9B-66C4-59C7-5D0ACB1BC83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41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227C0-C13C-186D-45C7-25C07E3BD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모터 드라이버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0966F6-30C3-D4C0-EB2F-7D9EBBFD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3D9B84-52AE-FDAF-8CA9-968D3402392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pic>
        <p:nvPicPr>
          <p:cNvPr id="1026" name="Picture 2" descr="아두이노 DC모터 L298N 모터 드라이버 E6">
            <a:extLst>
              <a:ext uri="{FF2B5EF4-FFF2-40B4-BE49-F238E27FC236}">
                <a16:creationId xmlns:a16="http://schemas.microsoft.com/office/drawing/2014/main" id="{AC1EE913-980F-BB31-DB41-F0CCD1AA95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452" y="1181842"/>
            <a:ext cx="4400413" cy="440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9889FCE-78B7-CFF6-FB6A-C2CD0E438717}"/>
              </a:ext>
            </a:extLst>
          </p:cNvPr>
          <p:cNvSpPr txBox="1">
            <a:spLocks/>
          </p:cNvSpPr>
          <p:nvPr/>
        </p:nvSpPr>
        <p:spPr>
          <a:xfrm>
            <a:off x="3536036" y="5203005"/>
            <a:ext cx="5562600" cy="758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36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l298n </a:t>
            </a:r>
            <a:r>
              <a:rPr lang="ko-KR" altLang="en-US" sz="36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모터 드라이버</a:t>
            </a:r>
            <a:endParaRPr lang="en-US" altLang="ko-KR" sz="36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36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36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가장 대중적인 부품</a:t>
            </a:r>
            <a:r>
              <a:rPr lang="en-US" altLang="ko-KR" sz="36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36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9330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003B-35B5-570D-D8AB-738ABAE4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E87E2-C106-1360-9C88-8C454D28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모터 드라이버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6D3F42-36C6-4AF9-C926-D6E172B6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A2895-546E-3AD8-FFA7-97E911DBC3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48907E-33FD-4328-D329-6C0B9BCE10FE}"/>
              </a:ext>
            </a:extLst>
          </p:cNvPr>
          <p:cNvSpPr txBox="1">
            <a:spLocks/>
          </p:cNvSpPr>
          <p:nvPr/>
        </p:nvSpPr>
        <p:spPr>
          <a:xfrm>
            <a:off x="6096000" y="2250794"/>
            <a:ext cx="5620844" cy="30933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>
              <a:buNone/>
            </a:pPr>
            <a:r>
              <a:rPr lang="ko-KR" altLang="en-US" sz="2400" b="0" i="0" dirty="0" err="1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핀사용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전압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5V</a:t>
            </a:r>
            <a:endParaRPr lang="ko-KR" altLang="en-US" sz="2400" b="0" i="0" dirty="0">
              <a:solidFill>
                <a:srgbClr val="444444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0" indent="0" algn="l" fontAlgn="base">
              <a:buNone/>
            </a:pP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핀사용전류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0~36mA</a:t>
            </a:r>
            <a:endParaRPr lang="ko-KR" altLang="en-US" sz="2400" b="0" i="0" dirty="0">
              <a:solidFill>
                <a:srgbClr val="444444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0" indent="0" algn="l" fontAlgn="base">
              <a:buNone/>
            </a:pP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동작모드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듀얼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H-bridge </a:t>
            </a:r>
          </a:p>
          <a:p>
            <a:pPr marL="0" indent="0" algn="l" fontAlgn="base">
              <a:buNone/>
            </a:pP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드라이버동작전압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5-35V</a:t>
            </a:r>
            <a:endParaRPr lang="ko-KR" altLang="en-US" sz="2400" b="0" i="0" dirty="0">
              <a:solidFill>
                <a:srgbClr val="444444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0" indent="0" algn="l" fontAlgn="base">
              <a:buNone/>
            </a:pP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동작전류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2A(</a:t>
            </a:r>
            <a:r>
              <a:rPr lang="ko-KR" altLang="en-US" sz="2400" b="0" i="0" dirty="0" err="1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한채널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최대전류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ko-KR" altLang="en-US" sz="2400" b="0" i="0" dirty="0">
              <a:solidFill>
                <a:srgbClr val="444444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0" indent="0" algn="l" fontAlgn="base">
              <a:buNone/>
            </a:pPr>
            <a:r>
              <a:rPr lang="ko-KR" altLang="en-US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최대전력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: 25W</a:t>
            </a:r>
            <a:endParaRPr lang="ko-KR" altLang="en-US" sz="2400" b="0" i="0" dirty="0">
              <a:solidFill>
                <a:srgbClr val="444444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C499C040-9D16-8A0B-F80D-8962D9BFC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671" y="1827220"/>
            <a:ext cx="4501628" cy="3772793"/>
          </a:xfrm>
        </p:spPr>
      </p:pic>
    </p:spTree>
    <p:extLst>
      <p:ext uri="{BB962C8B-B14F-4D97-AF65-F5344CB8AC3E}">
        <p14:creationId xmlns:p14="http://schemas.microsoft.com/office/powerpoint/2010/main" val="256580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DF106-931E-2047-8406-0DB91FEB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모터 드라이버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E4EAF5-D34B-34F9-A70E-F81B17D1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935621-9C38-EB25-25A4-323FBF86D46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92818A3-FC60-3ABA-23FE-B8359DF6B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73182" y="1702334"/>
            <a:ext cx="4242155" cy="3880265"/>
          </a:xfrm>
        </p:spPr>
      </p:pic>
    </p:spTree>
    <p:extLst>
      <p:ext uri="{BB962C8B-B14F-4D97-AF65-F5344CB8AC3E}">
        <p14:creationId xmlns:p14="http://schemas.microsoft.com/office/powerpoint/2010/main" val="1392125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44883-7598-9D87-6BFE-79425CEB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샘플 코드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82B598B-A955-CC98-F0CD-B617EBE51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389" y="2074478"/>
            <a:ext cx="3783063" cy="386138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86E6B7-94C9-933A-4BD0-21D26831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F2FBAE-B724-25EF-7CA0-F3F377AB0C0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BDB8E8C-6B78-EEAC-3A04-CA655BF447C9}"/>
              </a:ext>
            </a:extLst>
          </p:cNvPr>
          <p:cNvSpPr txBox="1">
            <a:spLocks/>
          </p:cNvSpPr>
          <p:nvPr/>
        </p:nvSpPr>
        <p:spPr>
          <a:xfrm>
            <a:off x="4851522" y="2289468"/>
            <a:ext cx="2567776" cy="1925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>
              <a:buNone/>
            </a:pPr>
            <a:r>
              <a:rPr lang="ko-KR" altLang="en-US" sz="3200" dirty="0">
                <a:solidFill>
                  <a:schemeClr val="accent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모터 </a:t>
            </a:r>
            <a:r>
              <a:rPr lang="ko-KR" altLang="en-US" sz="3200" dirty="0" err="1">
                <a:solidFill>
                  <a:schemeClr val="accent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정회전</a:t>
            </a:r>
            <a:r>
              <a:rPr lang="en-US" altLang="ko-KR" sz="3200" dirty="0">
                <a:solidFill>
                  <a:schemeClr val="accent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!</a:t>
            </a:r>
          </a:p>
          <a:p>
            <a:pPr marL="0" indent="0" algn="l" fontAlgn="base">
              <a:buNone/>
            </a:pPr>
            <a:r>
              <a:rPr lang="en-US" altLang="ko-KR" sz="2400" b="0" i="0" dirty="0">
                <a:solidFill>
                  <a:schemeClr val="accent2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EN: HIGH</a:t>
            </a:r>
          </a:p>
          <a:p>
            <a:pPr marL="0" indent="0" algn="l" fontAlgn="base">
              <a:buNone/>
            </a:pPr>
            <a:r>
              <a:rPr lang="en-US" altLang="ko-KR" sz="2400" b="0" i="0" dirty="0">
                <a:solidFill>
                  <a:schemeClr val="accent2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IN1:HIGH</a:t>
            </a:r>
          </a:p>
          <a:p>
            <a:pPr marL="0" indent="0" algn="l" fontAlgn="base">
              <a:buNone/>
            </a:pPr>
            <a:r>
              <a:rPr lang="en-US" altLang="ko-KR" sz="2400" dirty="0">
                <a:solidFill>
                  <a:schemeClr val="accent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IN2:LOW</a:t>
            </a:r>
          </a:p>
          <a:p>
            <a:pPr marL="0" indent="0" algn="l" fontAlgn="base">
              <a:buNone/>
            </a:pPr>
            <a:endParaRPr lang="en-US" altLang="ko-KR" sz="2400" b="0" i="0" dirty="0">
              <a:solidFill>
                <a:srgbClr val="000000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0" indent="0" algn="l" fontAlgn="base">
              <a:buNone/>
            </a:pPr>
            <a:endParaRPr lang="en-US" altLang="ko-KR" sz="2400" dirty="0">
              <a:solidFill>
                <a:srgbClr val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B108CB3-7692-63C0-DC05-3D1753778350}"/>
              </a:ext>
            </a:extLst>
          </p:cNvPr>
          <p:cNvSpPr txBox="1">
            <a:spLocks/>
          </p:cNvSpPr>
          <p:nvPr/>
        </p:nvSpPr>
        <p:spPr>
          <a:xfrm>
            <a:off x="4741713" y="4429981"/>
            <a:ext cx="2567776" cy="1925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>
              <a:buNone/>
            </a:pPr>
            <a:r>
              <a:rPr lang="ko-KR" altLang="en-US" sz="3200" dirty="0">
                <a:solidFill>
                  <a:schemeClr val="accent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모터 역회전</a:t>
            </a:r>
            <a:r>
              <a:rPr lang="en-US" altLang="ko-KR" sz="3200" dirty="0">
                <a:solidFill>
                  <a:schemeClr val="accent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!</a:t>
            </a:r>
          </a:p>
          <a:p>
            <a:pPr marL="0" indent="0" algn="l" fontAlgn="base">
              <a:buNone/>
            </a:pPr>
            <a:r>
              <a:rPr lang="en-US" altLang="ko-KR" sz="2400" b="0" i="0" dirty="0">
                <a:solidFill>
                  <a:schemeClr val="accent2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EN: HIGH</a:t>
            </a:r>
          </a:p>
          <a:p>
            <a:pPr marL="0" indent="0" algn="l" fontAlgn="base">
              <a:buNone/>
            </a:pPr>
            <a:r>
              <a:rPr lang="en-US" altLang="ko-KR" sz="2400" b="0" i="0" dirty="0">
                <a:solidFill>
                  <a:schemeClr val="accent2"/>
                </a:solidFill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IN1: HIGH</a:t>
            </a:r>
          </a:p>
          <a:p>
            <a:pPr marL="0" indent="0" algn="l" fontAlgn="base">
              <a:buNone/>
            </a:pPr>
            <a:r>
              <a:rPr lang="en-US" altLang="ko-KR" sz="2400" dirty="0">
                <a:solidFill>
                  <a:schemeClr val="accent2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IN2: LOW</a:t>
            </a:r>
          </a:p>
          <a:p>
            <a:pPr marL="0" indent="0" algn="l" fontAlgn="base">
              <a:buNone/>
            </a:pPr>
            <a:endParaRPr lang="en-US" altLang="ko-KR" sz="2400" b="0" i="0" dirty="0">
              <a:solidFill>
                <a:srgbClr val="000000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0" indent="0" algn="l" fontAlgn="base">
              <a:buNone/>
            </a:pPr>
            <a:endParaRPr lang="en-US" altLang="ko-KR" sz="2400" dirty="0">
              <a:solidFill>
                <a:srgbClr val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7D97078-D1F7-5554-C376-B877FD3B7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553" y="2289468"/>
            <a:ext cx="2895749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30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8457C-E09A-0AF9-FB1B-5AB4E307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릴레이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364CAB-C3C9-0FCE-0768-50B8922A3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441" y="5202980"/>
            <a:ext cx="7582174" cy="907650"/>
          </a:xfrm>
        </p:spPr>
        <p:txBody>
          <a:bodyPr/>
          <a:lstStyle/>
          <a:p>
            <a:r>
              <a:rPr lang="ko-KR" altLang="en-US" dirty="0"/>
              <a:t>고용량의 장치를 </a:t>
            </a:r>
            <a:r>
              <a:rPr lang="en-US" altLang="ko-KR" dirty="0"/>
              <a:t>MCU</a:t>
            </a:r>
            <a:r>
              <a:rPr lang="ko-KR" altLang="en-US" dirty="0"/>
              <a:t>를 이용하여 </a:t>
            </a:r>
            <a:r>
              <a:rPr lang="ko-KR" altLang="en-US" dirty="0" err="1"/>
              <a:t>제어할때</a:t>
            </a:r>
            <a:r>
              <a:rPr lang="ko-KR" altLang="en-US" dirty="0"/>
              <a:t>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25C5A3-A660-F21C-649E-86353E9A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012B4-1486-992D-075C-158CF3D8E7A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52F4442-6DF5-4B51-D5DB-C48933B72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119" y="1076558"/>
            <a:ext cx="5730246" cy="41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099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7037-C185-33F9-99F6-7D0D62E7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1FE4D-FA46-673A-8CAA-0216A0CB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릴레이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4D7E7-9374-E059-64C2-405EFC74F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292" y="5350910"/>
            <a:ext cx="4707406" cy="907650"/>
          </a:xfrm>
        </p:spPr>
        <p:txBody>
          <a:bodyPr/>
          <a:lstStyle/>
          <a:p>
            <a:r>
              <a:rPr lang="ko-KR" altLang="en-US" dirty="0"/>
              <a:t>디지털 출력으로 릴레이 제어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B8DE8C-2D92-E450-52EF-9662E75A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31FEA6-07CA-EF9F-EC7B-B2C3DE87A41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3D993B-266C-3DD2-BFB6-3A0D636FB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01" y="1507090"/>
            <a:ext cx="7188569" cy="369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96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DD54C-0A4F-E965-EF50-77D99531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부품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4DDA9C-9104-E791-7887-22BBD340D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/>
              <a:t>버튼 두개 중 </a:t>
            </a:r>
            <a:r>
              <a:rPr lang="ko-KR" altLang="en-US" dirty="0" err="1"/>
              <a:t>한개를</a:t>
            </a:r>
            <a:r>
              <a:rPr lang="ko-KR" altLang="en-US" dirty="0"/>
              <a:t> 누르면 </a:t>
            </a:r>
            <a:r>
              <a:rPr lang="en-US" altLang="ko-KR" dirty="0"/>
              <a:t>LED </a:t>
            </a:r>
            <a:r>
              <a:rPr lang="ko-KR" altLang="en-US" dirty="0" err="1"/>
              <a:t>세개가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초간격으로 순차적으로 점등하고 </a:t>
            </a:r>
            <a:r>
              <a:rPr lang="en-US" altLang="ko-KR" dirty="0"/>
              <a:t>3</a:t>
            </a:r>
            <a:r>
              <a:rPr lang="ko-KR" altLang="en-US" dirty="0" err="1"/>
              <a:t>초후에</a:t>
            </a:r>
            <a:r>
              <a:rPr lang="ko-KR" altLang="en-US" dirty="0"/>
              <a:t> 모터드라이브에 연결된 모터가 동작하고</a:t>
            </a:r>
            <a:r>
              <a:rPr lang="en-US" altLang="ko-KR" dirty="0"/>
              <a:t> </a:t>
            </a:r>
            <a:r>
              <a:rPr lang="ko-KR" altLang="en-US" dirty="0"/>
              <a:t>다른 버튼을 누르면 모터가 정지되게 구현 </a:t>
            </a:r>
            <a:r>
              <a:rPr lang="ko-KR" altLang="en-US" dirty="0" err="1"/>
              <a:t>해보시오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실습</a:t>
            </a:r>
            <a:r>
              <a:rPr lang="en-US" altLang="ko-KR" dirty="0"/>
              <a:t>2. </a:t>
            </a:r>
            <a:r>
              <a:rPr lang="ko-KR" altLang="en-US" dirty="0"/>
              <a:t>릴레이와 버튼 이용하여 버튼을 누르면 </a:t>
            </a:r>
            <a:r>
              <a:rPr lang="en-US" altLang="ko-KR" dirty="0"/>
              <a:t>PCT </a:t>
            </a:r>
            <a:r>
              <a:rPr lang="ko-KR" altLang="en-US" dirty="0"/>
              <a:t>히터가 켜지고 다시 한번 더 누르면 </a:t>
            </a:r>
            <a:r>
              <a:rPr lang="en-US" altLang="ko-KR" dirty="0"/>
              <a:t>PCT </a:t>
            </a:r>
            <a:r>
              <a:rPr lang="ko-KR" altLang="en-US" dirty="0"/>
              <a:t>히터가 꺼지도록 구현해 </a:t>
            </a:r>
            <a:r>
              <a:rPr lang="ko-KR" altLang="en-US" dirty="0" err="1"/>
              <a:t>보시오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75D59B-A31F-0F9F-A9DF-B29D9FFD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2582E8-F220-FDF9-05F6-6D8DAB26D83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34338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10025</TotalTime>
  <Words>533</Words>
  <Application>Microsoft Office PowerPoint</Application>
  <PresentationFormat>와이드스크린</PresentationFormat>
  <Paragraphs>132</Paragraphs>
  <Slides>20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G마켓 산스 Medium</vt:lpstr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데이터시트보는법</vt:lpstr>
      <vt:lpstr>데이터시트보는법</vt:lpstr>
      <vt:lpstr>데이터시트보는법</vt:lpstr>
      <vt:lpstr>디지털 입출력(LED 제어)</vt:lpstr>
      <vt:lpstr>디지털 입출력(LED 제어)</vt:lpstr>
      <vt:lpstr>디지털 입출력(LED 제어)</vt:lpstr>
      <vt:lpstr>디지털 입출력 실습</vt:lpstr>
      <vt:lpstr>디지털 입출력(버튼 입력)</vt:lpstr>
      <vt:lpstr>플로팅 현상</vt:lpstr>
      <vt:lpstr>풀업저항 풀다운 저항</vt:lpstr>
      <vt:lpstr>디지털 입출력(버튼 입력)</vt:lpstr>
      <vt:lpstr>디지털 입출력(버튼 입력)</vt:lpstr>
      <vt:lpstr>디지털 입출력 실습</vt:lpstr>
      <vt:lpstr>모터 드라이버 사용</vt:lpstr>
      <vt:lpstr>모터 드라이버 사용</vt:lpstr>
      <vt:lpstr>모터 드라이버 사용</vt:lpstr>
      <vt:lpstr>샘플 코드</vt:lpstr>
      <vt:lpstr>릴레이 사용</vt:lpstr>
      <vt:lpstr>릴레이 사용</vt:lpstr>
      <vt:lpstr>부품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373</cp:revision>
  <dcterms:created xsi:type="dcterms:W3CDTF">2024-10-23T01:56:35Z</dcterms:created>
  <dcterms:modified xsi:type="dcterms:W3CDTF">2025-02-12T04:32:23Z</dcterms:modified>
</cp:coreProperties>
</file>