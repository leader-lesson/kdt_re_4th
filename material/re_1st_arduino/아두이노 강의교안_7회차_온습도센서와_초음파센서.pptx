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981" r:id="rId2"/>
    <p:sldId id="982" r:id="rId3"/>
    <p:sldId id="983" r:id="rId4"/>
    <p:sldId id="984" r:id="rId5"/>
    <p:sldId id="985" r:id="rId6"/>
    <p:sldId id="986" r:id="rId7"/>
    <p:sldId id="98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93" d="100"/>
          <a:sy n="93" d="100"/>
        </p:scale>
        <p:origin x="4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A438C-DEA5-D042-201A-C2F3006C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B119E-DC44-08BD-AE6D-9044669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A4E868-B4B3-29B6-65CA-3C645DE2272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1026" name="Picture 2" descr="DHT11 SIP Packaged Temperature and Humidity Sensor-Sensor-Temperature and  Humidity-Guangzhou Aosong Electronic Co., Ltd.">
            <a:extLst>
              <a:ext uri="{FF2B5EF4-FFF2-40B4-BE49-F238E27FC236}">
                <a16:creationId xmlns:a16="http://schemas.microsoft.com/office/drawing/2014/main" id="{5587EBFD-EA71-5AC7-5B66-BC35B7A3FC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268" y="1297570"/>
            <a:ext cx="3390793" cy="339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E22A7-640D-4767-C688-6BEAEB3255BB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DHT11 </a:t>
            </a:r>
            <a:r>
              <a:rPr lang="ko-KR" altLang="en-US" dirty="0"/>
              <a:t>모델</a:t>
            </a:r>
            <a:r>
              <a:rPr lang="en-US" altLang="ko-KR" dirty="0"/>
              <a:t>, </a:t>
            </a:r>
            <a:r>
              <a:rPr lang="ko-KR" altLang="en-US" dirty="0"/>
              <a:t>저가형</a:t>
            </a:r>
            <a:r>
              <a:rPr lang="en-US" altLang="ko-KR" dirty="0"/>
              <a:t>, </a:t>
            </a:r>
            <a:r>
              <a:rPr lang="ko-KR" altLang="en-US" dirty="0"/>
              <a:t>대중형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6FC40B-7097-0EB8-E07D-63330060D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169" y="2054218"/>
            <a:ext cx="3342858" cy="2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8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DB6E-9F81-536E-9EDA-F8880EFB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3837E-A412-8254-A265-2844E92B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BBC35-7D59-5B20-0B93-B9FDA281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95DFB-72B5-AF03-3F23-DE979A2F605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68A773-C70F-FA3F-0DF5-659163405B16}"/>
              </a:ext>
            </a:extLst>
          </p:cNvPr>
          <p:cNvSpPr txBox="1">
            <a:spLocks/>
          </p:cNvSpPr>
          <p:nvPr/>
        </p:nvSpPr>
        <p:spPr>
          <a:xfrm>
            <a:off x="6772060" y="3750358"/>
            <a:ext cx="5613018" cy="161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 err="1"/>
              <a:t>아두이노</a:t>
            </a:r>
            <a:r>
              <a:rPr lang="ko-KR" altLang="en-US" dirty="0"/>
              <a:t> 라이브러리 </a:t>
            </a:r>
            <a:r>
              <a:rPr lang="en-US" altLang="ko-KR" dirty="0"/>
              <a:t>“DHT11” </a:t>
            </a:r>
            <a:r>
              <a:rPr lang="ko-KR" altLang="en-US" dirty="0"/>
              <a:t>검색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마음에 드는 라이브러리 </a:t>
            </a:r>
            <a:r>
              <a:rPr lang="en-US" altLang="ko-KR" dirty="0"/>
              <a:t>INSTALL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BB4C559-89A1-E828-E1F6-E35358CF3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658" y="680855"/>
            <a:ext cx="2597283" cy="5620039"/>
          </a:xfrm>
          <a:prstGeom prst="rect">
            <a:avLst/>
          </a:prstGeom>
        </p:spPr>
      </p:pic>
      <p:sp>
        <p:nvSpPr>
          <p:cNvPr id="15" name="내용 개체 틀 5">
            <a:extLst>
              <a:ext uri="{FF2B5EF4-FFF2-40B4-BE49-F238E27FC236}">
                <a16:creationId xmlns:a16="http://schemas.microsoft.com/office/drawing/2014/main" id="{A2751C18-8135-B1B9-F3AF-F606F7695AE8}"/>
              </a:ext>
            </a:extLst>
          </p:cNvPr>
          <p:cNvSpPr txBox="1">
            <a:spLocks/>
          </p:cNvSpPr>
          <p:nvPr/>
        </p:nvSpPr>
        <p:spPr>
          <a:xfrm>
            <a:off x="2503715" y="1666543"/>
            <a:ext cx="1621399" cy="65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800" dirty="0"/>
              <a:t>클릭</a:t>
            </a:r>
            <a:r>
              <a:rPr lang="en-US" altLang="ko-KR" sz="2800" dirty="0"/>
              <a:t>!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6CE388C-8894-570E-4EC1-4D3E6F34CF8D}"/>
              </a:ext>
            </a:extLst>
          </p:cNvPr>
          <p:cNvCxnSpPr/>
          <p:nvPr/>
        </p:nvCxnSpPr>
        <p:spPr>
          <a:xfrm>
            <a:off x="3829480" y="1992284"/>
            <a:ext cx="673768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36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9962-8E28-9AC3-3A95-DF67D883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F6FAA-1B43-37F4-C188-EAB77C44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51728-07D0-A16D-DC9B-56EF3B82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E8795-BB7E-F67C-6EF1-FD332068F24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38A955-ABC1-953A-A168-16A91A9E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00" y="1549839"/>
            <a:ext cx="4038808" cy="4559534"/>
          </a:xfrm>
          <a:prstGeom prst="rect">
            <a:avLst/>
          </a:prstGeom>
        </p:spPr>
      </p:pic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7CF9A553-22F6-D890-8789-16E93353E122}"/>
              </a:ext>
            </a:extLst>
          </p:cNvPr>
          <p:cNvSpPr txBox="1">
            <a:spLocks/>
          </p:cNvSpPr>
          <p:nvPr/>
        </p:nvSpPr>
        <p:spPr>
          <a:xfrm>
            <a:off x="4235115" y="1796133"/>
            <a:ext cx="5613018" cy="4418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센서 측정간 딜레이</a:t>
            </a:r>
            <a:r>
              <a:rPr lang="en-US" altLang="ko-KR" dirty="0"/>
              <a:t>!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온도 측정 이벤트 발생</a:t>
            </a:r>
            <a:r>
              <a:rPr lang="en-US" altLang="ko-KR" dirty="0"/>
              <a:t>!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습도 특정 이벤트 발생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59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6AF9F-B569-168C-3A21-84CFAA0B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초음파센서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6F4D83-56BC-0D6D-B944-9B33039E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D20293-78AF-B608-4079-85D741B11FC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9FA1DC2-051C-3738-CA08-6EC45CEB7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7025"/>
            <a:ext cx="10515600" cy="669937"/>
          </a:xfrm>
        </p:spPr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초음파 센서</a:t>
            </a:r>
            <a:r>
              <a:rPr lang="en-US" altLang="ko-KR" dirty="0"/>
              <a:t>, </a:t>
            </a:r>
            <a:r>
              <a:rPr lang="ko-KR" altLang="en-US" dirty="0"/>
              <a:t>초음파를 이용해 거리를 측정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DACF225-E7AF-C683-BCA9-8AC0F8326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52" y="1909951"/>
            <a:ext cx="3919867" cy="2594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3AA3211-DE85-9BCE-2589-3CE205020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627" y="1807978"/>
            <a:ext cx="3410125" cy="26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7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C232-8F1A-156C-3235-E292DAAF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9AAE0-F4BA-F97F-4C87-0B1DD548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초음파센서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90BBAA1-61C8-0382-B73D-148110A04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896" y="1617111"/>
            <a:ext cx="6102664" cy="257823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7E68D-7180-1085-968E-2D37702F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C2F458-0478-9F75-CA3E-EAE9A8AFBD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AD443CAB-98F8-BFF4-77B9-0038488B04D2}"/>
              </a:ext>
            </a:extLst>
          </p:cNvPr>
          <p:cNvSpPr txBox="1">
            <a:spLocks/>
          </p:cNvSpPr>
          <p:nvPr/>
        </p:nvSpPr>
        <p:spPr>
          <a:xfrm>
            <a:off x="1109197" y="4723728"/>
            <a:ext cx="10629613" cy="10343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trig </a:t>
            </a:r>
            <a:r>
              <a:rPr lang="ko-KR" altLang="en-US" dirty="0"/>
              <a:t>핀을 이용해 센싱을 시작하며 </a:t>
            </a:r>
            <a:r>
              <a:rPr lang="en-US" altLang="ko-KR" dirty="0"/>
              <a:t>echo</a:t>
            </a:r>
            <a:r>
              <a:rPr lang="ko-KR" altLang="en-US" dirty="0"/>
              <a:t>이 활성화된 시간을 측정 후 거리 계산</a:t>
            </a:r>
            <a:endParaRPr lang="en-US" altLang="ko-KR" dirty="0"/>
          </a:p>
          <a:p>
            <a:r>
              <a:rPr lang="en-US" altLang="ko-KR" dirty="0" err="1"/>
              <a:t>tring</a:t>
            </a:r>
            <a:r>
              <a:rPr lang="en-US" altLang="ko-KR" dirty="0"/>
              <a:t>(HIGH) -&gt; echo(HIGH) -&gt; echo(LOW)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683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E140A-90E2-6A57-F1A8-CC212EC4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초음파센서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1750B-E504-00FA-ACA6-751D8E2F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B0CF49-5DEC-EDEE-5E58-C3B27CB3466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71AF2-5255-DEA0-30C6-443959ECE6BC}"/>
              </a:ext>
            </a:extLst>
          </p:cNvPr>
          <p:cNvSpPr txBox="1"/>
          <p:nvPr/>
        </p:nvSpPr>
        <p:spPr>
          <a:xfrm>
            <a:off x="6367758" y="3059668"/>
            <a:ext cx="510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pulseIn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함수로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echo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핀의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HIGH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시간 측정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ABEFC-1B7A-74A0-F0CF-C6209798F732}"/>
              </a:ext>
            </a:extLst>
          </p:cNvPr>
          <p:cNvSpPr txBox="1"/>
          <p:nvPr/>
        </p:nvSpPr>
        <p:spPr>
          <a:xfrm>
            <a:off x="6367758" y="3751753"/>
            <a:ext cx="538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초음파가 발사되고 돌아온 시간을 거리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(cm)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환산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!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6324AE6-7E67-514D-3ED2-C5F3E921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41401"/>
            <a:ext cx="10515600" cy="635561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0977F1A-6851-D2A7-5578-E3EFA9BB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12" y="1833380"/>
            <a:ext cx="4653293" cy="327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9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EA9FA-F8A6-8AA0-F442-EC6D6ECF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6E877C-4191-2C41-4BE9-71FD71BC4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188"/>
            <a:ext cx="10515600" cy="4851400"/>
          </a:xfrm>
        </p:spPr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1.  </a:t>
            </a:r>
            <a:r>
              <a:rPr lang="ko-KR" altLang="en-US" dirty="0" err="1"/>
              <a:t>온습도</a:t>
            </a:r>
            <a:r>
              <a:rPr lang="ko-KR" altLang="en-US" dirty="0"/>
              <a:t> 센서와 </a:t>
            </a:r>
            <a:r>
              <a:rPr lang="en-US" altLang="ko-KR" dirty="0"/>
              <a:t>led 3</a:t>
            </a:r>
            <a:r>
              <a:rPr lang="ko-KR" altLang="en-US" dirty="0"/>
              <a:t>개를 이용하여 온도가 올라갈 수록 </a:t>
            </a:r>
            <a:r>
              <a:rPr lang="en-US" altLang="ko-KR" dirty="0"/>
              <a:t>led</a:t>
            </a:r>
            <a:r>
              <a:rPr lang="ko-KR" altLang="en-US" dirty="0"/>
              <a:t>의 켜지는 개수가 늘어나도록 구현해 </a:t>
            </a:r>
            <a:r>
              <a:rPr lang="ko-KR" altLang="en-US" dirty="0" err="1"/>
              <a:t>보시오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10</a:t>
            </a:r>
            <a:r>
              <a:rPr lang="ko-KR" altLang="en-US" dirty="0"/>
              <a:t>도 </a:t>
            </a:r>
            <a:r>
              <a:rPr lang="en-US" altLang="ko-KR" dirty="0"/>
              <a:t>led 1</a:t>
            </a:r>
            <a:r>
              <a:rPr lang="ko-KR" altLang="en-US" dirty="0"/>
              <a:t>개 </a:t>
            </a:r>
            <a:r>
              <a:rPr lang="ko-KR" altLang="en-US" dirty="0" err="1"/>
              <a:t>켜짐</a:t>
            </a:r>
            <a:r>
              <a:rPr lang="en-US" altLang="ko-KR" dirty="0"/>
              <a:t>!, 15</a:t>
            </a:r>
            <a:r>
              <a:rPr lang="ko-KR" altLang="en-US" dirty="0"/>
              <a:t>도 </a:t>
            </a:r>
            <a:r>
              <a:rPr lang="en-US" altLang="ko-KR" dirty="0"/>
              <a:t>led 2</a:t>
            </a:r>
            <a:r>
              <a:rPr lang="ko-KR" altLang="en-US" dirty="0"/>
              <a:t>개 </a:t>
            </a:r>
            <a:r>
              <a:rPr lang="ko-KR" altLang="en-US" dirty="0" err="1"/>
              <a:t>켜짐</a:t>
            </a:r>
            <a:r>
              <a:rPr lang="en-US" altLang="ko-KR" dirty="0"/>
              <a:t>! , 20</a:t>
            </a:r>
            <a:r>
              <a:rPr lang="ko-KR" altLang="en-US" dirty="0"/>
              <a:t>도 </a:t>
            </a:r>
            <a:r>
              <a:rPr lang="en-US" altLang="ko-KR" dirty="0"/>
              <a:t>led 3</a:t>
            </a:r>
            <a:r>
              <a:rPr lang="ko-KR" altLang="en-US" dirty="0"/>
              <a:t>개 </a:t>
            </a:r>
            <a:r>
              <a:rPr lang="ko-KR" altLang="en-US" dirty="0" err="1"/>
              <a:t>켜짐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실습</a:t>
            </a:r>
            <a:r>
              <a:rPr lang="en-US" altLang="ko-KR" dirty="0"/>
              <a:t>2. </a:t>
            </a:r>
            <a:r>
              <a:rPr lang="ko-KR" altLang="en-US" dirty="0"/>
              <a:t>초음파 센서를 이용하여 물체가 가까워질수록 </a:t>
            </a:r>
            <a:r>
              <a:rPr lang="ko-KR" altLang="en-US" dirty="0" err="1"/>
              <a:t>부저의</a:t>
            </a:r>
            <a:r>
              <a:rPr lang="ko-KR" altLang="en-US" dirty="0"/>
              <a:t> </a:t>
            </a:r>
            <a:r>
              <a:rPr lang="ko-KR" altLang="en-US" dirty="0" err="1"/>
              <a:t>비프음</a:t>
            </a:r>
            <a:r>
              <a:rPr lang="ko-KR" altLang="en-US" dirty="0"/>
              <a:t> 간격이 줄어들게 구현해 </a:t>
            </a:r>
            <a:r>
              <a:rPr lang="ko-KR" altLang="en-US" dirty="0" err="1"/>
              <a:t>보시오</a:t>
            </a:r>
            <a:r>
              <a:rPr lang="en-US" altLang="ko-KR" dirty="0"/>
              <a:t>.(</a:t>
            </a:r>
            <a:r>
              <a:rPr lang="ko-KR" altLang="en-US" dirty="0"/>
              <a:t>후방 감지 센서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5839C0-7159-52EA-0A67-9CCB2790E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F410C5-141F-D22C-32B9-204EB6166DF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1679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10037</TotalTime>
  <Words>172</Words>
  <Application>Microsoft Office PowerPoint</Application>
  <PresentationFormat>와이드스크린</PresentationFormat>
  <Paragraphs>39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온습도 센서</vt:lpstr>
      <vt:lpstr>온습도 센서</vt:lpstr>
      <vt:lpstr>온습도 센서</vt:lpstr>
      <vt:lpstr>초음파센서</vt:lpstr>
      <vt:lpstr>초음파센서</vt:lpstr>
      <vt:lpstr>초음파센서</vt:lpstr>
      <vt:lpstr>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381</cp:revision>
  <dcterms:created xsi:type="dcterms:W3CDTF">2024-10-23T01:56:35Z</dcterms:created>
  <dcterms:modified xsi:type="dcterms:W3CDTF">2025-02-13T05:22:10Z</dcterms:modified>
</cp:coreProperties>
</file>