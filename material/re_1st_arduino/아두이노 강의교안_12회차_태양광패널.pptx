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6"/>
  </p:notesMasterIdLst>
  <p:sldIdLst>
    <p:sldId id="981" r:id="rId2"/>
    <p:sldId id="997" r:id="rId3"/>
    <p:sldId id="996" r:id="rId4"/>
    <p:sldId id="99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73" autoAdjust="0"/>
    <p:restoredTop sz="88047" autoAdjust="0"/>
  </p:normalViewPr>
  <p:slideViewPr>
    <p:cSldViewPr snapToGrid="0">
      <p:cViewPr varScale="1">
        <p:scale>
          <a:sx n="93" d="100"/>
          <a:sy n="93" d="100"/>
        </p:scale>
        <p:origin x="45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00" d="100"/>
          <a:sy n="100" d="100"/>
        </p:scale>
        <p:origin x="35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4D7BB-9D09-4DB4-979A-1857C46342D6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9D024-DE68-44ED-822F-D827F84FBD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4159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DB892B3E-B2C9-4ABA-3F1D-CD658C49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DAE6-4CE3-4469-9D6A-F539882A399C}" type="datetime1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363AF495-5D7E-D543-8293-A330C0279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0A9264D-0D91-1C47-F467-5413B437A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91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460" y="224276"/>
            <a:ext cx="10515600" cy="1325563"/>
          </a:xfrm>
        </p:spPr>
        <p:txBody>
          <a:bodyPr>
            <a:normAutofit/>
          </a:bodyPr>
          <a:lstStyle>
            <a:lvl1pPr>
              <a:defRPr sz="4800"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851400"/>
          </a:xfrm>
        </p:spPr>
        <p:txBody>
          <a:bodyPr/>
          <a:lstStyle>
            <a:lvl1pPr>
              <a:lnSpc>
                <a:spcPct val="120000"/>
              </a:lnSpc>
              <a:defRPr sz="2400"/>
            </a:lvl1pPr>
            <a:lvl2pPr>
              <a:lnSpc>
                <a:spcPct val="120000"/>
              </a:lnSpc>
              <a:defRPr sz="20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600"/>
            </a:lvl4pPr>
            <a:lvl5pPr>
              <a:lnSpc>
                <a:spcPct val="120000"/>
              </a:lnSpc>
              <a:defRPr sz="16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132" y="646168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날짜 개체 틀 7">
            <a:extLst>
              <a:ext uri="{FF2B5EF4-FFF2-40B4-BE49-F238E27FC236}">
                <a16:creationId xmlns:a16="http://schemas.microsoft.com/office/drawing/2014/main" id="{AB071787-BEA6-876C-E4BF-4F7DA248C8F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2800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9203132" y="6460503"/>
            <a:ext cx="2743200" cy="365125"/>
          </a:xfrm>
          <a:prstGeom prst="rect">
            <a:avLst/>
          </a:prstGeom>
        </p:spPr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C0041CF3-1C40-1D36-FCE7-B0C1B7E6D2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45668" y="6462865"/>
            <a:ext cx="2743200" cy="365125"/>
          </a:xfrm>
        </p:spPr>
        <p:txBody>
          <a:bodyPr/>
          <a:lstStyle/>
          <a:p>
            <a:fld id="{0460C473-5043-4A0C-BA50-E7CF4923C0AF}" type="datetime1">
              <a:rPr lang="ko-KR" altLang="en-US" smtClean="0"/>
              <a:t>2025-02-21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265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06F24-622A-4AA1-9EE9-61C4C87F1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0AB5AB4-9652-19D9-0752-DD330A0A8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6474C-7253-486D-AE50-733ADFB5D683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D00FB5B-CBB9-D05F-2D4C-35F2E277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FD3D05-2043-7424-C7F9-3D759F9A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65429-C731-4E12-954F-54C9E5190F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0361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925" y="346271"/>
            <a:ext cx="1557011" cy="334766"/>
          </a:xfrm>
          <a:prstGeom prst="rect">
            <a:avLst/>
          </a:prstGeom>
        </p:spPr>
      </p:pic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CA0B132A-0C32-2FCA-B554-244CF063F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5668" y="64605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9066FE-BDE3-468C-B421-746EC827A4EE}" type="datetime1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A4579422-9426-9FEC-70F2-16B5A9ADE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0E2B5B01-93B1-9ADC-F3DF-2B340E54E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3132" y="64599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6EBF2-68F7-4F19-A749-6831437CAE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0" r:id="rId4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마켓 산스 TTF Medium" panose="02000000000000000000" pitchFamily="2" charset="-127"/>
          <a:ea typeface="G마켓 산스 TTF Medium" panose="020000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6A438C-DEA5-D042-201A-C2F3006C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태양광 패널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7B119E-DC44-08BD-AE6D-90446691B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A4E868-B4B3-29B6-65CA-3C645DE2272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  <p:pic>
        <p:nvPicPr>
          <p:cNvPr id="3" name="Picture 2" descr="G52 5V 200mA 1W 태양전지판 아두이노 실험 교재 키트">
            <a:extLst>
              <a:ext uri="{FF2B5EF4-FFF2-40B4-BE49-F238E27FC236}">
                <a16:creationId xmlns:a16="http://schemas.microsoft.com/office/drawing/2014/main" id="{A72E3F0C-40F7-E17D-7FA4-A8551308D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5779" y="1082269"/>
            <a:ext cx="4579448" cy="457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ACB77AF0-7829-21DE-FCDE-F44A5A38D1F3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태양 빛을 받아 전기</a:t>
            </a:r>
            <a:r>
              <a:rPr lang="en-US" altLang="ko-KR" dirty="0"/>
              <a:t>(</a:t>
            </a:r>
            <a:r>
              <a:rPr lang="ko-KR" altLang="en-US" dirty="0"/>
              <a:t>직류</a:t>
            </a:r>
            <a:r>
              <a:rPr lang="en-US" altLang="ko-KR" dirty="0"/>
              <a:t>)</a:t>
            </a:r>
            <a:r>
              <a:rPr lang="ko-KR" altLang="en-US" dirty="0"/>
              <a:t>를 생성하는 부품</a:t>
            </a:r>
            <a:r>
              <a:rPr lang="en-US" altLang="ko-KR" dirty="0"/>
              <a:t>(1.5V~12V</a:t>
            </a:r>
            <a:r>
              <a:rPr lang="ko-KR" altLang="en-US" dirty="0"/>
              <a:t>까지 다양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9286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EF076-DFA7-FE40-FD89-D25A11925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85654-0DC4-CB24-855B-8091CF98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충전모듈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5A2E7B-1CCB-AFF6-6B35-4E7814D1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2096A9-E450-438E-25EC-F9D9B84D460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B490E87C-BBA6-2E4F-E7A0-862A0EB3871D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리튬이온</a:t>
            </a:r>
            <a:r>
              <a:rPr lang="en-US" altLang="ko-KR" dirty="0"/>
              <a:t>, </a:t>
            </a:r>
            <a:r>
              <a:rPr lang="ko-KR" altLang="en-US" dirty="0"/>
              <a:t>리튬 폴리머 배터리 충전 가능 </a:t>
            </a:r>
          </a:p>
        </p:txBody>
      </p:sp>
      <p:pic>
        <p:nvPicPr>
          <p:cNvPr id="6" name="Picture 2" descr="보호회로 내장형 리튬배터리 충전모듈 TP4056-USB C타입 (DY0048)">
            <a:extLst>
              <a:ext uri="{FF2B5EF4-FFF2-40B4-BE49-F238E27FC236}">
                <a16:creationId xmlns:a16="http://schemas.microsoft.com/office/drawing/2014/main" id="{B19F6658-78C2-F30F-69E1-ADD1276C0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336" y="1549839"/>
            <a:ext cx="3786144" cy="378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523F506-CEED-7D28-3DE4-4B609CAC52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761" y="2154565"/>
            <a:ext cx="3628392" cy="217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2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3048-0E7C-81F4-EDB2-C26A68B6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CA3F3-BC8A-9ED6-91C7-E8F88E10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79" y="195305"/>
            <a:ext cx="10515600" cy="1325563"/>
          </a:xfrm>
        </p:spPr>
        <p:txBody>
          <a:bodyPr/>
          <a:lstStyle/>
          <a:p>
            <a:r>
              <a:rPr lang="ko-KR" altLang="en-US" dirty="0"/>
              <a:t>태양광 패널로 베터리 충전하기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D53B4-2E10-EFC9-242E-AE22A0A9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FA4733-A02F-913F-2804-B1CEFE23D6F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6F5F1D67-538B-EC24-96FC-E3C038EE0911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dirty="0"/>
          </a:p>
        </p:txBody>
      </p:sp>
      <p:pic>
        <p:nvPicPr>
          <p:cNvPr id="2054" name="Picture 6" descr="아두이노 태양광패널 (5.5V 160mA)-모바일 11번가">
            <a:extLst>
              <a:ext uri="{FF2B5EF4-FFF2-40B4-BE49-F238E27FC236}">
                <a16:creationId xmlns:a16="http://schemas.microsoft.com/office/drawing/2014/main" id="{A28B7158-23FD-9FC4-0296-6863DE13D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36460" y="1345847"/>
            <a:ext cx="3960681" cy="3960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3A65235-A4DB-15B3-AD4D-DB1F24396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100403" y="2476739"/>
            <a:ext cx="2204949" cy="1698895"/>
          </a:xfrm>
          <a:prstGeom prst="rect">
            <a:avLst/>
          </a:prstGeom>
        </p:spPr>
      </p:pic>
      <p:pic>
        <p:nvPicPr>
          <p:cNvPr id="2056" name="Picture 8" descr="리튬폴리머 배터리 3.7V, 3000mAh, KC인증 : 리튬전지 &gt; 파워/전원">
            <a:extLst>
              <a:ext uri="{FF2B5EF4-FFF2-40B4-BE49-F238E27FC236}">
                <a16:creationId xmlns:a16="http://schemas.microsoft.com/office/drawing/2014/main" id="{960413FD-9749-A63D-91F0-AD839FA8C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794" y="2036922"/>
            <a:ext cx="2395137" cy="239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8638A65-4463-3CB1-CAAC-DBEA4E867FA2}"/>
              </a:ext>
            </a:extLst>
          </p:cNvPr>
          <p:cNvCxnSpPr>
            <a:cxnSpLocks/>
          </p:cNvCxnSpPr>
          <p:nvPr/>
        </p:nvCxnSpPr>
        <p:spPr>
          <a:xfrm>
            <a:off x="3650620" y="2819982"/>
            <a:ext cx="1619395" cy="252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64B1D86-6C1B-D1F4-D722-1B5156B3E732}"/>
              </a:ext>
            </a:extLst>
          </p:cNvPr>
          <p:cNvCxnSpPr>
            <a:cxnSpLocks/>
          </p:cNvCxnSpPr>
          <p:nvPr/>
        </p:nvCxnSpPr>
        <p:spPr>
          <a:xfrm>
            <a:off x="7029014" y="2819982"/>
            <a:ext cx="1717117" cy="11085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4C36E5C-41C7-641F-3809-127B67DFAB2A}"/>
              </a:ext>
            </a:extLst>
          </p:cNvPr>
          <p:cNvCxnSpPr/>
          <p:nvPr/>
        </p:nvCxnSpPr>
        <p:spPr>
          <a:xfrm flipV="1">
            <a:off x="3601203" y="3797203"/>
            <a:ext cx="1857276" cy="837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E972B3D-1A34-421A-1E93-CCDE31B6EF8C}"/>
              </a:ext>
            </a:extLst>
          </p:cNvPr>
          <p:cNvCxnSpPr>
            <a:cxnSpLocks/>
          </p:cNvCxnSpPr>
          <p:nvPr/>
        </p:nvCxnSpPr>
        <p:spPr>
          <a:xfrm flipV="1">
            <a:off x="6973173" y="3749404"/>
            <a:ext cx="1717117" cy="1315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E1D25B0-94D5-C998-4DDA-FC691C0B650A}"/>
              </a:ext>
            </a:extLst>
          </p:cNvPr>
          <p:cNvSpPr txBox="1"/>
          <p:nvPr/>
        </p:nvSpPr>
        <p:spPr>
          <a:xfrm>
            <a:off x="4322893" y="2255768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rgbClr val="FF0000"/>
                </a:solidFill>
              </a:rPr>
              <a:t>+</a:t>
            </a:r>
            <a:endParaRPr lang="ko-KR" altLang="en-US" sz="3600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EFD14A-73E6-7520-CB2A-8A8DE0B3950F}"/>
              </a:ext>
            </a:extLst>
          </p:cNvPr>
          <p:cNvSpPr txBox="1"/>
          <p:nvPr/>
        </p:nvSpPr>
        <p:spPr>
          <a:xfrm>
            <a:off x="4395928" y="3245343"/>
            <a:ext cx="5723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-</a:t>
            </a:r>
            <a:endParaRPr lang="ko-KR" altLang="en-US" sz="3600" dirty="0"/>
          </a:p>
        </p:txBody>
      </p:sp>
      <p:sp>
        <p:nvSpPr>
          <p:cNvPr id="22" name="내용 개체 틀 5">
            <a:extLst>
              <a:ext uri="{FF2B5EF4-FFF2-40B4-BE49-F238E27FC236}">
                <a16:creationId xmlns:a16="http://schemas.microsoft.com/office/drawing/2014/main" id="{D020AE58-9AC1-7326-1424-C8D492329294}"/>
              </a:ext>
            </a:extLst>
          </p:cNvPr>
          <p:cNvSpPr txBox="1">
            <a:spLocks/>
          </p:cNvSpPr>
          <p:nvPr/>
        </p:nvSpPr>
        <p:spPr>
          <a:xfrm>
            <a:off x="990600" y="56006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 err="1"/>
              <a:t>납뗌</a:t>
            </a:r>
            <a:r>
              <a:rPr lang="ko-KR" altLang="en-US" dirty="0"/>
              <a:t> 후 결선</a:t>
            </a:r>
            <a:r>
              <a:rPr lang="en-US" altLang="ko-KR" dirty="0"/>
              <a:t>(+, - </a:t>
            </a:r>
            <a:r>
              <a:rPr lang="ko-KR" altLang="en-US" dirty="0"/>
              <a:t>극성 주의</a:t>
            </a:r>
            <a:r>
              <a:rPr lang="en-US" altLang="ko-KR" dirty="0"/>
              <a:t>, </a:t>
            </a:r>
            <a:r>
              <a:rPr lang="ko-KR" altLang="en-US" dirty="0"/>
              <a:t>전압 확인</a:t>
            </a:r>
            <a:r>
              <a:rPr lang="en-US" altLang="ko-KR" dirty="0"/>
              <a:t>!!)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0481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7A5B-2444-A3A0-41EA-98ACE93F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D610F-4F07-38A8-864A-B033E1758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79" y="195305"/>
            <a:ext cx="10515600" cy="1325563"/>
          </a:xfrm>
        </p:spPr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EDF4F3-9BDB-78FC-62CE-0C344DD3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94ACC5-1704-9A90-680F-4A49540E75B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B95ED6E-7B0F-4B6C-9908-106DB9E81E69}" type="datetime1">
              <a:rPr lang="ko-KR" altLang="en-US" smtClean="0"/>
              <a:pPr/>
              <a:t>2025-02-21</a:t>
            </a:fld>
            <a:endParaRPr lang="ko-KR" altLang="en-US" dirty="0"/>
          </a:p>
        </p:txBody>
      </p:sp>
      <p:sp>
        <p:nvSpPr>
          <p:cNvPr id="7" name="내용 개체 틀 5">
            <a:extLst>
              <a:ext uri="{FF2B5EF4-FFF2-40B4-BE49-F238E27FC236}">
                <a16:creationId xmlns:a16="http://schemas.microsoft.com/office/drawing/2014/main" id="{4CAEC732-88D9-1A61-30FF-7CD1A8588A11}"/>
              </a:ext>
            </a:extLst>
          </p:cNvPr>
          <p:cNvSpPr txBox="1">
            <a:spLocks/>
          </p:cNvSpPr>
          <p:nvPr/>
        </p:nvSpPr>
        <p:spPr>
          <a:xfrm>
            <a:off x="838200" y="5448299"/>
            <a:ext cx="10515600" cy="728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3" name="내용 개체 틀 5">
            <a:extLst>
              <a:ext uri="{FF2B5EF4-FFF2-40B4-BE49-F238E27FC236}">
                <a16:creationId xmlns:a16="http://schemas.microsoft.com/office/drawing/2014/main" id="{9675638B-8255-9616-A6EB-BB015C9EBC7F}"/>
              </a:ext>
            </a:extLst>
          </p:cNvPr>
          <p:cNvSpPr txBox="1">
            <a:spLocks/>
          </p:cNvSpPr>
          <p:nvPr/>
        </p:nvSpPr>
        <p:spPr>
          <a:xfrm>
            <a:off x="548278" y="1440078"/>
            <a:ext cx="10610151" cy="1798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/>
              <a:t>실습</a:t>
            </a:r>
            <a:r>
              <a:rPr lang="en-US" altLang="ko-KR" dirty="0"/>
              <a:t>1. </a:t>
            </a:r>
            <a:r>
              <a:rPr lang="ko-KR" altLang="en-US" dirty="0"/>
              <a:t>태양광 패널을 이용하여 </a:t>
            </a:r>
            <a:r>
              <a:rPr lang="ko-KR" altLang="en-US" dirty="0" err="1"/>
              <a:t>아두이노를</a:t>
            </a:r>
            <a:r>
              <a:rPr lang="ko-KR" altLang="en-US" dirty="0"/>
              <a:t> </a:t>
            </a:r>
            <a:r>
              <a:rPr lang="ko-KR" altLang="en-US" dirty="0" err="1"/>
              <a:t>동작시켜</a:t>
            </a:r>
            <a:r>
              <a:rPr lang="ko-KR" altLang="en-US" dirty="0"/>
              <a:t> </a:t>
            </a:r>
            <a:r>
              <a:rPr lang="en-US" altLang="ko-KR" dirty="0"/>
              <a:t>LED</a:t>
            </a:r>
            <a:r>
              <a:rPr lang="ko-KR" altLang="en-US" dirty="0"/>
              <a:t>를 </a:t>
            </a:r>
            <a:r>
              <a:rPr lang="ko-KR" altLang="en-US" dirty="0" err="1"/>
              <a:t>점등해보시오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043513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3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10142</TotalTime>
  <Words>64</Words>
  <Application>Microsoft Office PowerPoint</Application>
  <PresentationFormat>와이드스크린</PresentationFormat>
  <Paragraphs>18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G마켓 산스 TTF Bold</vt:lpstr>
      <vt:lpstr>G마켓 산스 TTF Medium</vt:lpstr>
      <vt:lpstr>맑은 고딕</vt:lpstr>
      <vt:lpstr>메이플스토리</vt:lpstr>
      <vt:lpstr>Arial</vt:lpstr>
      <vt:lpstr>1_Office 테마</vt:lpstr>
      <vt:lpstr>태양광 패널</vt:lpstr>
      <vt:lpstr>충전모듈</vt:lpstr>
      <vt:lpstr>태양광 패널로 베터리 충전하기</vt:lpstr>
      <vt:lpstr>실습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 Coding</dc:creator>
  <cp:lastModifiedBy>On Coding</cp:lastModifiedBy>
  <cp:revision>390</cp:revision>
  <dcterms:created xsi:type="dcterms:W3CDTF">2024-10-23T01:56:35Z</dcterms:created>
  <dcterms:modified xsi:type="dcterms:W3CDTF">2025-02-21T04:20:26Z</dcterms:modified>
</cp:coreProperties>
</file>