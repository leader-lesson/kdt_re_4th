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359" r:id="rId2"/>
    <p:sldId id="988" r:id="rId3"/>
    <p:sldId id="367" r:id="rId4"/>
    <p:sldId id="356" r:id="rId5"/>
    <p:sldId id="319" r:id="rId6"/>
    <p:sldId id="322" r:id="rId7"/>
    <p:sldId id="323" r:id="rId8"/>
    <p:sldId id="324" r:id="rId9"/>
    <p:sldId id="325" r:id="rId10"/>
    <p:sldId id="326" r:id="rId11"/>
    <p:sldId id="361" r:id="rId12"/>
    <p:sldId id="3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3" autoAdjust="0"/>
    <p:restoredTop sz="88047" autoAdjust="0"/>
  </p:normalViewPr>
  <p:slideViewPr>
    <p:cSldViewPr snapToGrid="0">
      <p:cViewPr varScale="1">
        <p:scale>
          <a:sx n="93" d="100"/>
          <a:sy n="93" d="100"/>
        </p:scale>
        <p:origin x="45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07:17:26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1195 24575,'-4'-106'0,"-1"0"0,5 83 0,1-1 0,1 1 0,2 0 0,0 0 0,1 0 0,14-37 0,8-4 0,24-30 0,4 10 0,-3 13 0,-35 47 0,1 1 0,1 1 0,1 1 0,1 0 0,29-20 0,-17 14 0,-20 15 0,28-18 0,137-75 0,-158 95 0,0 0 0,1 1 0,0 2 0,27-8 0,-19 7 0,37-17 0,-39 14 0,1 1 0,0 1 0,1 1 0,0 2 0,0 1 0,0 1 0,0 1 0,35 2 0,136-3 0,-178 5 0,1 1 0,37 9 0,11 1 0,-56-10 0,0 1 0,0 1 0,0 1 0,-1 0 0,0 0 0,19 11 0,77 52 0,-33-4 0,-55-44 0,105 76 0,-113-84 0,0 0 0,-2 1 0,23 28 0,-24-21 0,-1 1 0,0 0 0,-2 0 0,8 29 0,4 13 0,-4-3 0,-4-8 0,-1-14 0,6 44 0,-1-1 0,3 32 0,-3-13 0,-14-87-18,-1-1-1,0 1 0,-1 18 1,-1-11-1273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07:17:31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49 24575,'4'1'0,"0"0"0,-1 0 0,1 1 0,0-1 0,-1 1 0,1 0 0,-1 0 0,1 0 0,-1 1 0,0-1 0,0 1 0,0 0 0,0 0 0,3 4 0,19 16 0,22 7 0,-20-11 0,31 15 0,-57-34 0,0 0 0,0 0 0,0 0 0,0 0 0,0 0 0,0 0 0,-1 0 0,1 0 0,0 0 0,0 0 0,0-1 0,0 1 0,0 0 0,0-1 0,-1 1 0,1-1 0,0 1 0,0-1 0,-1 1 0,1-1 0,0 1 0,-1-1 0,2-1 0,19-21 0,-15 16 0,5-4 0,1 1 0,0 1 0,24-14 0,-6 4 0,75-61-1365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07:17:37.0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24575,'3'0'0,"-1"0"0,1 0 0,-1 1 0,1 0 0,-1-1 0,0 1 0,1 0 0,-1 0 0,0 0 0,0 0 0,1 1 0,-1-1 0,3 3 0,25 26 0,-25-24 0,1 0 0,-1 0 0,10 7 0,-5-6 0,-1 1 0,-1 1 0,0-1 0,11 16 0,-8-6 0,-10-15 0,1 0 0,-1 0 0,1-1 0,0 1 0,0 0 0,0-1 0,0 0 0,4 4 0,-4-7 0,0 0 0,-1 0 0,1 0 0,0 0 0,0-1 0,-1 1 0,1-1 0,-1 1 0,1-1 0,-1 0 0,1 1 0,0-4 0,1 2 0,4-6 0,4-4 0,-1 1 0,17-14 0,0 6 0,-18 14 0,-1-1 0,1 1 0,12-14 0,-14 13-50,0 0 0,0 0 0,13-7 0,-10 6-1115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06:51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3229 24575,'2197'0'0,"-2143"-2"0,71-13 0,36-3 0,-102 15 0,-1-4 0,0-1 0,70-21 0,-35-5 0,-62 22 0,38-11 0,1 7 0,39-11 0,-93 22 0,0-1 0,-1-1 0,0 0 0,26-17 0,-24 14 0,1 0 0,35-14 0,7-3 0,93-68 0,-126 80 0,-2-1 0,0-1 0,0-2 0,-2 0 0,0-1 0,-2-2 0,0 0 0,33-46 0,-39 46 0,22-22 0,-22 28 0,-2 0 0,22-36 0,-20 27 0,32-41 0,-37 51 0,-1 0 0,16-32 0,7-14 0,-10 25 0,-1-2 0,19-47 0,19-46 0,29-82 0,-78 180 0,-3-2 0,0 1 0,1-50 0,9-32 0,-2 23 0,-6 42 0,2-61 0,7-34 0,-11 102 0,4-78 0,-10 95 0,1 0 0,7-31 0,-8 56 0,3-37 0,-1 0 0,-4-66 0,-1 29 0,3 10 0,-3-75 0,-6 89 0,4 38 0,2 0 0,-2-20 0,5-121-1365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31:39.2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24575,'32'-1'0,"-17"0"0,0 1 0,0 0 0,0 1 0,-1 1 0,22 5 0,-32-6 0,-1 0 0,1 1 0,0-1 0,-1 1 0,1 0 0,-1 0 0,0 1 0,1-1 0,-1 0 0,0 1 0,-1 0 0,1 0 0,0 0 0,-1 0 0,1 0 0,-1 1 0,0-1 0,0 1 0,-1-1 0,1 1 0,-1 0 0,0-1 0,0 1 0,0 0 0,1 5 0,1 20 0,-1 0 0,-4 58 0,-1-20 0,2-50 0,0 1 0,-2-1 0,0 0 0,-1 0 0,-1 0 0,0 0 0,-11 20 0,5-1 0,0 0 0,3 1 0,-6 56 0,13-88 0,-1 9 0,0 0 0,1 0 0,2 26 0,-1-36 0,1 0 0,-1-1 0,1 1 0,0 0 0,0 0 0,1-1 0,-1 1 0,1-1 0,-1 1 0,1-1 0,0 1 0,1-1 0,-1 0 0,0 0 0,1 0 0,0-1 0,0 1 0,5 4 0,2-1 0,0 0 0,1-1 0,0 0 0,0-1 0,0 0 0,0 0 0,1-1 0,-1-1 0,1 0 0,0-1 0,-1 0 0,1 0 0,15-2 0,41 0 0,34 0 0,-98 0 0,-1 1 0,0-1 0,0 0 0,1 0 0,-1 0 0,0 0 0,0-1 0,0 1 0,0-1 0,0 0 0,-1 0 0,1 0 0,0 0 0,-1 0 0,0-1 0,1 1 0,-1-1 0,0 1 0,0-1 0,-1 0 0,4-5 0,1-6 0,1-1 0,-2 0 0,6-22 0,-4 12 0,6-25 0,11-99 0,-20 115 0,1-26 0,-5-99 0,-2 65 0,2-97-1365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31:43.4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332 38 24575,'-3'-3'0,"1"0"0,-1 0 0,0 1 0,0-1 0,0 1 0,0-1 0,0 1 0,0 0 0,-1 0 0,1 1 0,-1-1 0,0 1 0,1-1 0,-1 1 0,0 0 0,0 1 0,0-1 0,-4 1 0,-8-2 0,-1 1 0,1 0 0,-1 2 0,-22 3 0,33-3 0,1 0 0,0 0 0,0 1 0,-1 0 0,1 0 0,0 1 0,1-1 0,-1 1 0,0 0 0,1 0 0,0 1 0,-1-1 0,1 1 0,1 0 0,-1 0 0,0 0 0,-2 5 0,-1 2 0,0-1 0,1 1 0,0 0 0,1 0 0,0 0 0,0 1 0,2 0 0,-1 0 0,2 0 0,-1 0 0,2 0 0,-1 21 0,2-27 0,0 3 0,0 0 0,1 1 0,2 11 0,-2-18 0,0 1 0,1 0 0,-1 0 0,1 0 0,0-1 0,0 1 0,0-1 0,0 0 0,1 1 0,4 3 0,0 1 0,1 0 0,1 0 0,-1-1 0,1 0 0,0 0 0,1-1 0,-1-1 0,1 1 0,1-2 0,-1 1 0,19 4 0,-8-5 0,0 0 0,0-2 0,40 0 0,7 0 0,-66-2 0,1 0 0,-1 0 0,0 1 0,1-1 0,-1 1 0,0-1 0,0 1 0,1 0 0,-1 0 0,0 0 0,0 0 0,0 1 0,0-1 0,-1 0 0,1 1 0,0-1 0,0 1 0,-1 0 0,1 0 0,-1-1 0,1 1 0,-1 0 0,0 0 0,0 0 0,0 1 0,0-1 0,0 0 0,-1 0 0,2 5 0,0 4 0,-1 1 0,-1 0 0,1-1 0,-4 24 0,1-5 0,3 20 0,0-33 0,0 0 0,-2 1 0,0-1 0,-3 18 0,2-31 0,0 1 0,0-1 0,0 0 0,-1 0 0,1 0 0,-1 0 0,0 0 0,0-1 0,-1 1 0,1-1 0,-1 0 0,1 1 0,-1-2 0,0 1 0,0 0 0,0-1 0,-1 0 0,1 0 0,-6 2 0,-2 0 0,-1 1 0,1-2 0,-1 0 0,0 0 0,-24 1 0,-42 4 0,49-4 0,-36 1 0,-3-6-1365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31:45.2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24575,'1'0'0,"0"1"0,0-1 0,-1 0 0,1 1 0,0-1 0,0 1 0,-1-1 0,1 1 0,0-1 0,-1 1 0,1-1 0,-1 1 0,1 0 0,-1-1 0,1 1 0,-1 0 0,1 0 0,-1-1 0,1 2 0,7 18 0,-7-17 0,3 9 0,0 0 0,-2 0 0,1 0 0,-1 1 0,0 14 0,-4 68 0,0-36 0,2 587-1365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31:48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75 24575,'2'-1'0,"1"0"0,0 0 0,0 0 0,0 0 0,-1-1 0,1 1 0,-1-1 0,1 0 0,-1 1 0,1-1 0,-1 0 0,0-1 0,0 1 0,0 0 0,2-4 0,11-10 0,-10 12 0,0 1 0,0 0 0,1 0 0,-1 1 0,1-1 0,0 1 0,-1 0 0,1 1 0,0-1 0,0 1 0,9 0 0,10 0 0,38 3 0,-24 0 0,-3-3 0,-26 0 0,1 0 0,-1 1 0,0 1 0,0-1 0,0 1 0,0 1 0,19 5 0,-26-5 0,0 0 0,0 0 0,0 1 0,-1-1 0,1 0 0,-1 1 0,1 0 0,-1-1 0,0 1 0,2 4 0,19 34 0,-19-33 0,-1 0 0,0-1 0,0 0 0,-1 1 0,0-1 0,0 1 0,-1 0 0,0 0 0,0 0 0,-1 0 0,0 0 0,0-1 0,-1 1 0,0 0 0,-4 14 0,3-13 0,-1 0 0,-1 0 0,1 0 0,-2-1 0,1 1 0,-1-1 0,0 0 0,-1-1 0,1 1 0,-2-1 0,1 0 0,-9 6 0,-63 62 0,75-73 0,-1 1 0,-1-1 0,1 0 0,0 0 0,0 0 0,-1-1 0,-7 2 0,-23 10 0,18-4 0,0 0 0,-1-2 0,0 0 0,-1-1 0,0-1 0,0 0 0,-31 2 0,211-9 0,-88 3 0,-66-1 0,-1 0 0,0 1 0,0 0 0,0 0 0,0 0 0,1 0 0,-2 1 0,1 0 0,0 1 0,0-1 0,-1 1 0,1 0 0,-1 0 0,0 1 0,0 0 0,0-1 0,0 2 0,-1-1 0,0 0 0,1 1 0,-2 0 0,1 0 0,-1 0 0,1 1 0,3 10 0,32 71 0,-29-59 0,-4-14 0,-1 0 0,-1 0 0,4 19 0,-7-28 0,-1-1 0,0 1 0,0 0 0,0 0 0,0 0 0,-1 0 0,1 0 0,-1 0 0,-1-1 0,1 1 0,-1 0 0,1-1 0,-1 1 0,-4 4 0,1 2 0,-1-1 0,-1-1 0,0 1 0,0-1 0,0 0 0,-2 0 0,1-1 0,-1 0 0,0-1 0,-10 7 0,1-3 0,9-4 0,-1-1 0,0 0 0,-1-1 0,1 1 0,-1-2 0,0 0 0,0 0 0,0-1 0,-1 0 0,-19 2 0,-125-6-1365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33:04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33:13.4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08:33:18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0~1024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사이의 값 출력되는지 설명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ADC 10Bit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관련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354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96FC-6D66-4CA7-498E-E3387EEB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6CDAA1-0B18-CCF7-B656-A5584C80F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DFC83E-023D-3653-5B7D-3DCA4D77B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0~1024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사이의 값 출력되는지 설명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ADC 10Bit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관련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B01F7-9BDC-553E-876C-1F04FD98A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62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ㅁㄴㅁ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999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3821A-F5C6-A39C-B322-C29C958D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6DFE6E-9709-6581-789A-29901ECAD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029C6D-0D78-CDC3-9696-FE995AD7F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ㅁㄴㅁ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0F2D38-9CEC-7CD3-A834-F4CD761B2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196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876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874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png"/><Relationship Id="rId7" Type="http://schemas.openxmlformats.org/officeDocument/2006/relationships/image" Target="../media/image138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401.png"/><Relationship Id="rId5" Type="http://schemas.openxmlformats.org/officeDocument/2006/relationships/image" Target="../media/image4.png"/><Relationship Id="rId10" Type="http://schemas.openxmlformats.org/officeDocument/2006/relationships/customXml" Target="../ink/ink3.xml"/><Relationship Id="rId4" Type="http://schemas.openxmlformats.org/officeDocument/2006/relationships/image" Target="../media/image3.png"/><Relationship Id="rId9" Type="http://schemas.openxmlformats.org/officeDocument/2006/relationships/image" Target="../media/image139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390.png"/><Relationship Id="rId18" Type="http://schemas.openxmlformats.org/officeDocument/2006/relationships/customXml" Target="../ink/ink10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7.xml"/><Relationship Id="rId17" Type="http://schemas.openxmlformats.org/officeDocument/2006/relationships/image" Target="../media/image1410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0.png"/><Relationship Id="rId11" Type="http://schemas.openxmlformats.org/officeDocument/2006/relationships/image" Target="../media/image1380.png"/><Relationship Id="rId5" Type="http://schemas.openxmlformats.org/officeDocument/2006/relationships/customXml" Target="../ink/ink4.xml"/><Relationship Id="rId15" Type="http://schemas.openxmlformats.org/officeDocument/2006/relationships/image" Target="../media/image1400.png"/><Relationship Id="rId10" Type="http://schemas.openxmlformats.org/officeDocument/2006/relationships/customXml" Target="../ink/ink6.xml"/><Relationship Id="rId19" Type="http://schemas.openxmlformats.org/officeDocument/2006/relationships/customXml" Target="../ink/ink11.xml"/><Relationship Id="rId4" Type="http://schemas.openxmlformats.org/officeDocument/2006/relationships/image" Target="../media/image7.png"/><Relationship Id="rId9" Type="http://schemas.openxmlformats.org/officeDocument/2006/relationships/image" Target="../media/image1370.png"/><Relationship Id="rId1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F8826-86BB-F6B2-28A7-1B952C37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A6A02-F77B-66B2-6C75-ED814EA9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아날로그 입력</a:t>
            </a:r>
            <a:r>
              <a:rPr lang="en-US" altLang="ko-KR" dirty="0"/>
              <a:t>(</a:t>
            </a:r>
            <a:r>
              <a:rPr lang="ko-KR" altLang="en-US" dirty="0"/>
              <a:t>가변저항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4D03E58-DDB7-BC08-60D4-C15A368EA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3952" y="3831285"/>
            <a:ext cx="3959638" cy="214883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21D67D-E3E9-D31A-8ECF-9D0FA090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F64B46-6B6A-51A5-EF65-8ABB60C77B9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9D887B1-BDA0-2B06-8BEA-6D00BE25D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159" y="1198028"/>
            <a:ext cx="3702240" cy="47500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13C498E-232F-5939-0BAC-D7846C856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71" y="1204676"/>
            <a:ext cx="4050419" cy="19957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2A9AE43-19B0-523D-0F57-FFBFAF77AB38}"/>
                  </a:ext>
                </a:extLst>
              </p14:cNvPr>
              <p14:cNvContentPartPr/>
              <p14:nvPr/>
            </p14:nvContentPartPr>
            <p14:xfrm>
              <a:off x="2738410" y="1354130"/>
              <a:ext cx="807120" cy="43344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2A9AE43-19B0-523D-0F57-FFBFAF77AB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9410" y="1345130"/>
                <a:ext cx="8247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6880447-7C84-86B4-01B7-3B2CB30796B8}"/>
                  </a:ext>
                </a:extLst>
              </p14:cNvPr>
              <p14:cNvContentPartPr/>
              <p14:nvPr/>
            </p14:nvContentPartPr>
            <p14:xfrm>
              <a:off x="2671450" y="1714490"/>
              <a:ext cx="168120" cy="687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6880447-7C84-86B4-01B7-3B2CB30796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62810" y="1705490"/>
                <a:ext cx="1857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92507E58-F7BE-20C8-C766-47C315BDFF73}"/>
                  </a:ext>
                </a:extLst>
              </p14:cNvPr>
              <p14:cNvContentPartPr/>
              <p14:nvPr/>
            </p14:nvContentPartPr>
            <p14:xfrm>
              <a:off x="3479650" y="1717370"/>
              <a:ext cx="139320" cy="673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92507E58-F7BE-20C8-C766-47C315BDFF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70650" y="1708370"/>
                <a:ext cx="156960" cy="8496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1EAABCE-FEC7-CE0A-FE96-FE389B20850C}"/>
              </a:ext>
            </a:extLst>
          </p:cNvPr>
          <p:cNvSpPr txBox="1"/>
          <p:nvPr/>
        </p:nvSpPr>
        <p:spPr>
          <a:xfrm>
            <a:off x="3545530" y="1114707"/>
            <a:ext cx="1948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돌리면서 조절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</a:t>
            </a:r>
            <a:endParaRPr lang="ko-KR" altLang="en-US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FCC7B81-7990-CD78-876A-E675CD747A46}"/>
              </a:ext>
            </a:extLst>
          </p:cNvPr>
          <p:cNvSpPr/>
          <p:nvPr/>
        </p:nvSpPr>
        <p:spPr>
          <a:xfrm>
            <a:off x="7628351" y="2354893"/>
            <a:ext cx="1647172" cy="32567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7D5A3D-4ACB-C6E6-975F-25AA29AF3294}"/>
              </a:ext>
            </a:extLst>
          </p:cNvPr>
          <p:cNvSpPr txBox="1"/>
          <p:nvPr/>
        </p:nvSpPr>
        <p:spPr>
          <a:xfrm>
            <a:off x="9500245" y="2354893"/>
            <a:ext cx="259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analogRead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핀번호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B3CFC-D6DB-9AAF-BC54-0BD46CBE3B83}"/>
              </a:ext>
            </a:extLst>
          </p:cNvPr>
          <p:cNvSpPr txBox="1"/>
          <p:nvPr/>
        </p:nvSpPr>
        <p:spPr>
          <a:xfrm>
            <a:off x="5725736" y="6091172"/>
            <a:ext cx="259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0~1024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사이의 값 출력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57B0C-C552-A9C4-243D-8CE173956919}"/>
              </a:ext>
            </a:extLst>
          </p:cNvPr>
          <p:cNvSpPr txBox="1"/>
          <p:nvPr/>
        </p:nvSpPr>
        <p:spPr>
          <a:xfrm>
            <a:off x="5570566" y="3324832"/>
            <a:ext cx="460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A0~A5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까지의 핀만 사용 가능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우노의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경우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906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7442C-CCC8-D099-A8D4-C681DA1F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7A934-BE39-650E-E804-A6E6C0BE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아날로그 입력</a:t>
            </a:r>
            <a:r>
              <a:rPr lang="en-US" altLang="ko-KR" dirty="0"/>
              <a:t>(</a:t>
            </a:r>
            <a:r>
              <a:rPr lang="ko-KR" altLang="en-US" dirty="0"/>
              <a:t>조도센서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7761864-7682-55BE-667E-A61108143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36846" y="3879412"/>
            <a:ext cx="3959638" cy="214883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340D7A-7ABD-5AE4-BF60-2F79EA01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11B7FF-5A29-F2FA-C1F7-504B69D75BB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6828708-FEC3-BCA7-FA47-5F87079BF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065" y="1252803"/>
            <a:ext cx="4050419" cy="199572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63AB61-93B9-C460-E805-2EBE4A3ED2A9}"/>
              </a:ext>
            </a:extLst>
          </p:cNvPr>
          <p:cNvSpPr/>
          <p:nvPr/>
        </p:nvSpPr>
        <p:spPr>
          <a:xfrm>
            <a:off x="8371245" y="2403020"/>
            <a:ext cx="1647172" cy="32567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399D8D-1255-9FA2-0BB4-01F688EF340E}"/>
              </a:ext>
            </a:extLst>
          </p:cNvPr>
          <p:cNvSpPr txBox="1"/>
          <p:nvPr/>
        </p:nvSpPr>
        <p:spPr>
          <a:xfrm>
            <a:off x="8371245" y="1962543"/>
            <a:ext cx="259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analogRead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핀번호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16B607-1C51-8E84-4E36-E4907EF16A5B}"/>
              </a:ext>
            </a:extLst>
          </p:cNvPr>
          <p:cNvSpPr txBox="1"/>
          <p:nvPr/>
        </p:nvSpPr>
        <p:spPr>
          <a:xfrm>
            <a:off x="6468630" y="6139299"/>
            <a:ext cx="259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0~1024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사이의 값 출력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431C9-570D-853B-A42C-69DF4FB3F5F5}"/>
              </a:ext>
            </a:extLst>
          </p:cNvPr>
          <p:cNvSpPr txBox="1"/>
          <p:nvPr/>
        </p:nvSpPr>
        <p:spPr>
          <a:xfrm>
            <a:off x="6313460" y="3372959"/>
            <a:ext cx="460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A0~A5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까지의 핀만 사용 가능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우노의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경우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26CEC2-D8D8-E586-783A-0BCDFE415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09" y="1638943"/>
            <a:ext cx="5290672" cy="382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9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D9DC1-DA01-6778-7B61-6606ABC1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아날로그 입력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DAF7B3-021A-409E-71E1-E805E7DFA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조도센서를 이용하여 </a:t>
            </a:r>
            <a:r>
              <a:rPr lang="ko-KR" altLang="en-US" dirty="0" err="1"/>
              <a:t>어두어지면</a:t>
            </a:r>
            <a:r>
              <a:rPr lang="ko-KR" altLang="en-US" dirty="0"/>
              <a:t> </a:t>
            </a:r>
            <a:r>
              <a:rPr lang="en-US" altLang="ko-KR" dirty="0"/>
              <a:t>LED</a:t>
            </a:r>
            <a:r>
              <a:rPr lang="ko-KR" altLang="en-US" dirty="0"/>
              <a:t>가 켜지고 밝아지면 </a:t>
            </a:r>
            <a:r>
              <a:rPr lang="en-US" altLang="ko-KR" dirty="0"/>
              <a:t>LED</a:t>
            </a:r>
            <a:r>
              <a:rPr lang="ko-KR" altLang="en-US" dirty="0"/>
              <a:t>가 꺼지도록 구성해 보세요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356463-3A56-532C-4742-6EBB5DFF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68CE9C-A088-6B23-D738-2372D0862E6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402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91089-036E-2258-FEA2-DC720082A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pwm</a:t>
            </a:r>
            <a:r>
              <a:rPr lang="en-US" altLang="ko-KR" dirty="0"/>
              <a:t>+</a:t>
            </a:r>
            <a:r>
              <a:rPr lang="ko-KR" altLang="en-US" dirty="0"/>
              <a:t>아날로그입력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8F87B2-1394-8463-C57E-A5816C0B7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/>
              <a:t>가변저항을 회전시킴에 따라 </a:t>
            </a:r>
            <a:r>
              <a:rPr lang="en-US" altLang="ko-KR" dirty="0"/>
              <a:t>LED</a:t>
            </a:r>
            <a:r>
              <a:rPr lang="ko-KR" altLang="en-US" dirty="0"/>
              <a:t>의 밝기가 조절 되게 끔 구현해 보세요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2. </a:t>
            </a:r>
            <a:r>
              <a:rPr lang="ko-KR" altLang="en-US" dirty="0"/>
              <a:t>가변저항을 회전시킴에 따라 </a:t>
            </a:r>
            <a:r>
              <a:rPr lang="ko-KR" altLang="en-US" dirty="0" err="1"/>
              <a:t>서보모터가</a:t>
            </a:r>
            <a:r>
              <a:rPr lang="ko-KR" altLang="en-US" dirty="0"/>
              <a:t> 회전되게 끔 구현해 보세요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AA80A4-5A15-BEFB-D1DA-35864E8F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3D1835-F7F0-3EB1-464E-B906220D9CC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4317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F6F24-47BF-1315-3186-D8486F36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시리얼통신</a:t>
            </a:r>
            <a:r>
              <a:rPr lang="en-US" altLang="ko-KR" dirty="0"/>
              <a:t>(</a:t>
            </a:r>
            <a:r>
              <a:rPr lang="ko-KR" altLang="en-US" dirty="0"/>
              <a:t>하드웨어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DC4-FC91-B8A1-5C9C-21B08870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749162-EA5D-AA86-F6F9-1A016E0FC9C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128B135-4A0C-42A7-161A-ACD04B30F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 err="1"/>
              <a:t>교보</a:t>
            </a:r>
            <a:endParaRPr lang="ko-KR" altLang="en-US" dirty="0"/>
          </a:p>
        </p:txBody>
      </p:sp>
      <p:pic>
        <p:nvPicPr>
          <p:cNvPr id="1026" name="Picture 2" descr="아두이노(Arduino) 시작하기 - 스케치 (sketch) 실행">
            <a:extLst>
              <a:ext uri="{FF2B5EF4-FFF2-40B4-BE49-F238E27FC236}">
                <a16:creationId xmlns:a16="http://schemas.microsoft.com/office/drawing/2014/main" id="{A8A4C57E-1D98-7900-CA26-BDD06D084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504" y="1942342"/>
            <a:ext cx="2038010" cy="248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개인용 컴퓨터 - 위키백과, 우리 모두의 백과사전">
            <a:extLst>
              <a:ext uri="{FF2B5EF4-FFF2-40B4-BE49-F238E27FC236}">
                <a16:creationId xmlns:a16="http://schemas.microsoft.com/office/drawing/2014/main" id="{5ECBE62B-A311-093B-46D1-E062E162C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234" y="2149119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E5B211DB-8940-5ABA-0128-05FE35D67640}"/>
                  </a:ext>
                </a:extLst>
              </p14:cNvPr>
              <p14:cNvContentPartPr/>
              <p14:nvPr/>
            </p14:nvContentPartPr>
            <p14:xfrm>
              <a:off x="5070017" y="4244619"/>
              <a:ext cx="1614240" cy="116280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E5B211DB-8940-5ABA-0128-05FE35D676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2377" y="4226979"/>
                <a:ext cx="1649880" cy="119844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5CF67B19-208D-0A88-9C8B-5EE849B54122}"/>
              </a:ext>
            </a:extLst>
          </p:cNvPr>
          <p:cNvSpPr/>
          <p:nvPr/>
        </p:nvSpPr>
        <p:spPr>
          <a:xfrm>
            <a:off x="7377625" y="2981325"/>
            <a:ext cx="591139" cy="539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5C81BF6-F6F4-95A8-6BD1-A58178D0E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1009" y="4298330"/>
            <a:ext cx="3257717" cy="16574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549741B1-8C81-F5B7-9A80-2ADFD2CA04FE}"/>
                  </a:ext>
                </a:extLst>
              </p14:cNvPr>
              <p14:cNvContentPartPr/>
              <p14:nvPr/>
            </p14:nvContentPartPr>
            <p14:xfrm>
              <a:off x="6663911" y="5179305"/>
              <a:ext cx="232560" cy="32112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549741B1-8C81-F5B7-9A80-2ADFD2CA04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45911" y="5161305"/>
                <a:ext cx="26820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그룹 41">
            <a:extLst>
              <a:ext uri="{FF2B5EF4-FFF2-40B4-BE49-F238E27FC236}">
                <a16:creationId xmlns:a16="http://schemas.microsoft.com/office/drawing/2014/main" id="{ADD9796C-B8C2-A8B5-8853-C6338D2955A8}"/>
              </a:ext>
            </a:extLst>
          </p:cNvPr>
          <p:cNvGrpSpPr/>
          <p:nvPr/>
        </p:nvGrpSpPr>
        <p:grpSpPr>
          <a:xfrm>
            <a:off x="7020311" y="5164905"/>
            <a:ext cx="465120" cy="365760"/>
            <a:chOff x="7020311" y="5164905"/>
            <a:chExt cx="46512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5EB2BBA1-1882-F4CD-3536-4DB7D4197A66}"/>
                    </a:ext>
                  </a:extLst>
                </p14:cNvPr>
                <p14:cNvContentPartPr/>
                <p14:nvPr/>
              </p14:nvContentPartPr>
              <p14:xfrm>
                <a:off x="7020311" y="5203425"/>
                <a:ext cx="152640" cy="30204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5EB2BBA1-1882-F4CD-3536-4DB7D4197A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02671" y="5185425"/>
                  <a:ext cx="188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0D472532-992E-F44F-8AC0-16E1067B6C7E}"/>
                    </a:ext>
                  </a:extLst>
                </p14:cNvPr>
                <p14:cNvContentPartPr/>
                <p14:nvPr/>
              </p14:nvContentPartPr>
              <p14:xfrm>
                <a:off x="7283831" y="5191905"/>
                <a:ext cx="14040" cy="33264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0D472532-992E-F44F-8AC0-16E1067B6C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65831" y="5173905"/>
                  <a:ext cx="496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6C38B703-3DED-3600-7ABE-509D2467A570}"/>
                    </a:ext>
                  </a:extLst>
                </p14:cNvPr>
                <p14:cNvContentPartPr/>
                <p14:nvPr/>
              </p14:nvContentPartPr>
              <p14:xfrm>
                <a:off x="7302551" y="5164905"/>
                <a:ext cx="182880" cy="36576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6C38B703-3DED-3600-7ABE-509D2467A5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84911" y="5147265"/>
                  <a:ext cx="218520" cy="40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F2419235-7E2D-16E0-19DB-168C1CC411F7}"/>
                  </a:ext>
                </a:extLst>
              </p14:cNvPr>
              <p14:cNvContentPartPr/>
              <p14:nvPr/>
            </p14:nvContentPartPr>
            <p14:xfrm>
              <a:off x="10634711" y="5786985"/>
              <a:ext cx="360" cy="36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F2419235-7E2D-16E0-19DB-168C1CC411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616711" y="57689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3DCBBD7A-C9BE-FA04-60B3-9E164B7299A8}"/>
                  </a:ext>
                </a:extLst>
              </p14:cNvPr>
              <p14:cNvContentPartPr/>
              <p14:nvPr/>
            </p14:nvContentPartPr>
            <p14:xfrm>
              <a:off x="10428071" y="5454705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3DCBBD7A-C9BE-FA04-60B3-9E164B7299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10071" y="54370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7F342CA0-E687-58B1-5449-41BFAFD614BD}"/>
                  </a:ext>
                </a:extLst>
              </p14:cNvPr>
              <p14:cNvContentPartPr/>
              <p14:nvPr/>
            </p14:nvContentPartPr>
            <p14:xfrm>
              <a:off x="4402751" y="6469545"/>
              <a:ext cx="360" cy="36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7F342CA0-E687-58B1-5449-41BFAFD614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84751" y="645190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972B2AD8-FD04-563E-B0CD-F3E94DEBDB72}"/>
              </a:ext>
            </a:extLst>
          </p:cNvPr>
          <p:cNvSpPr txBox="1"/>
          <p:nvPr/>
        </p:nvSpPr>
        <p:spPr>
          <a:xfrm>
            <a:off x="6601690" y="5776905"/>
            <a:ext cx="1142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accent2"/>
                </a:solidFill>
                <a:latin typeface="Rastanty Cortez" panose="020F0502020204030204" pitchFamily="2" charset="0"/>
                <a:ea typeface="G마켓 산스 TTF Bold" panose="02000000000000000000" pitchFamily="2" charset="-127"/>
              </a:rPr>
              <a:t>USB</a:t>
            </a:r>
            <a:endParaRPr lang="ko-KR" altLang="en-US" sz="2800" dirty="0">
              <a:solidFill>
                <a:schemeClr val="accent2"/>
              </a:solidFill>
              <a:latin typeface="Rastanty Cortez" panose="020F0502020204030204" pitchFamily="2" charset="0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270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0ED78-577C-7FC3-6416-9B870085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C5869-E0CF-0A42-1981-D2D9EC0D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시리얼통신</a:t>
            </a:r>
            <a:r>
              <a:rPr lang="en-US" altLang="ko-KR" dirty="0"/>
              <a:t>(</a:t>
            </a:r>
            <a:r>
              <a:rPr lang="ko-KR" altLang="en-US" dirty="0"/>
              <a:t>하드웨어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7BBCE-9F96-FCD5-F311-FBD85B32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9A1BE0-0263-CFB2-F3EE-EB9B0DCE97E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831090F-C560-8553-2949-D27E3703A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C68F52-C76B-472F-A363-D7F544900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383" y="1997332"/>
            <a:ext cx="1828188" cy="30513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5E6C83-A1A3-8C34-2083-67B6EE0F0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59" y="1965959"/>
            <a:ext cx="3535821" cy="3566478"/>
          </a:xfrm>
          <a:prstGeom prst="rect">
            <a:avLst/>
          </a:prstGeom>
        </p:spPr>
      </p:pic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C1E5AC1F-7F9E-FB6C-B520-93EE047D42C5}"/>
              </a:ext>
            </a:extLst>
          </p:cNvPr>
          <p:cNvSpPr txBox="1">
            <a:spLocks/>
          </p:cNvSpPr>
          <p:nvPr/>
        </p:nvSpPr>
        <p:spPr>
          <a:xfrm>
            <a:off x="7628350" y="5448300"/>
            <a:ext cx="2548003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실행 결과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B148C-93A5-EB81-1F9E-6F6F83D460D9}"/>
              </a:ext>
            </a:extLst>
          </p:cNvPr>
          <p:cNvSpPr txBox="1"/>
          <p:nvPr/>
        </p:nvSpPr>
        <p:spPr>
          <a:xfrm>
            <a:off x="4315243" y="1997332"/>
            <a:ext cx="2800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시리얼통신 설정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dirty="0" err="1"/>
              <a:t>bautrate</a:t>
            </a:r>
            <a:r>
              <a:rPr lang="en-US" altLang="ko-KR" dirty="0"/>
              <a:t>(9600~115200)</a:t>
            </a:r>
            <a:br>
              <a:rPr lang="en-US" altLang="ko-KR" dirty="0"/>
            </a:br>
            <a:r>
              <a:rPr lang="en-US" altLang="ko-KR" dirty="0"/>
              <a:t>.</a:t>
            </a:r>
            <a:r>
              <a:rPr lang="en-US" altLang="ko-KR" dirty="0" err="1"/>
              <a:t>println</a:t>
            </a:r>
            <a:r>
              <a:rPr lang="en-US" altLang="ko-KR" dirty="0"/>
              <a:t>(“</a:t>
            </a:r>
            <a:r>
              <a:rPr lang="ko-KR" altLang="en-US" dirty="0"/>
              <a:t>출력할 문자열</a:t>
            </a:r>
            <a:r>
              <a:rPr lang="en-US" altLang="ko-KR" dirty="0"/>
              <a:t>”)</a:t>
            </a:r>
            <a:br>
              <a:rPr lang="en-US" altLang="ko-KR" dirty="0"/>
            </a:br>
            <a:r>
              <a:rPr lang="en-US" altLang="ko-KR" dirty="0"/>
              <a:t>ln</a:t>
            </a:r>
            <a:r>
              <a:rPr lang="ko-KR" altLang="en-US" dirty="0"/>
              <a:t>은 </a:t>
            </a:r>
            <a:r>
              <a:rPr lang="ko-KR" altLang="en-US" dirty="0" err="1"/>
              <a:t>줄바꿈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6D4D2B-129B-AD1F-73FA-B921A6C73120}"/>
              </a:ext>
            </a:extLst>
          </p:cNvPr>
          <p:cNvSpPr/>
          <p:nvPr/>
        </p:nvSpPr>
        <p:spPr>
          <a:xfrm>
            <a:off x="983293" y="2505205"/>
            <a:ext cx="2805830" cy="4885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76DB92-A138-328D-76B1-BDE2CD405151}"/>
              </a:ext>
            </a:extLst>
          </p:cNvPr>
          <p:cNvSpPr/>
          <p:nvPr/>
        </p:nvSpPr>
        <p:spPr>
          <a:xfrm>
            <a:off x="983294" y="3804780"/>
            <a:ext cx="2286000" cy="42275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5C094D-0957-48E2-3C81-B023B29F943C}"/>
              </a:ext>
            </a:extLst>
          </p:cNvPr>
          <p:cNvSpPr/>
          <p:nvPr/>
        </p:nvSpPr>
        <p:spPr>
          <a:xfrm>
            <a:off x="983293" y="4338419"/>
            <a:ext cx="2286000" cy="99040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96789-0392-4164-A54B-E6787F77E823}"/>
              </a:ext>
            </a:extLst>
          </p:cNvPr>
          <p:cNvSpPr txBox="1"/>
          <p:nvPr/>
        </p:nvSpPr>
        <p:spPr>
          <a:xfrm>
            <a:off x="4374020" y="3304203"/>
            <a:ext cx="2800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시리얼모니터 </a:t>
            </a:r>
            <a:r>
              <a:rPr lang="en-US" altLang="ko-KR" dirty="0"/>
              <a:t>and </a:t>
            </a:r>
            <a:r>
              <a:rPr lang="ko-KR" altLang="en-US" dirty="0" err="1"/>
              <a:t>하드웨어시리얼핀으로</a:t>
            </a:r>
            <a:r>
              <a:rPr lang="ko-KR" altLang="en-US" dirty="0"/>
              <a:t> 출력</a:t>
            </a:r>
            <a:endParaRPr lang="en-US" altLang="ko-KR" dirty="0"/>
          </a:p>
          <a:p>
            <a:r>
              <a:rPr lang="en-US" altLang="ko-KR" dirty="0"/>
              <a:t>print</a:t>
            </a:r>
            <a:r>
              <a:rPr lang="ko-KR" altLang="en-US" dirty="0"/>
              <a:t>는 아스키코드를 형식에 맞게 변환</a:t>
            </a:r>
            <a:endParaRPr lang="en-US" altLang="ko-KR" dirty="0"/>
          </a:p>
          <a:p>
            <a:r>
              <a:rPr lang="en-US" altLang="ko-KR" dirty="0"/>
              <a:t>write</a:t>
            </a:r>
            <a:r>
              <a:rPr lang="ko-KR" altLang="en-US" dirty="0"/>
              <a:t>는 아스키코드 그대로 </a:t>
            </a:r>
          </a:p>
        </p:txBody>
      </p:sp>
    </p:spTree>
    <p:extLst>
      <p:ext uri="{BB962C8B-B14F-4D97-AF65-F5344CB8AC3E}">
        <p14:creationId xmlns:p14="http://schemas.microsoft.com/office/powerpoint/2010/main" val="365965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01C47-8A15-12AD-6BDE-01FA1BFC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시리얼통신</a:t>
            </a:r>
            <a:r>
              <a:rPr lang="en-US" altLang="ko-KR" dirty="0"/>
              <a:t>(</a:t>
            </a:r>
            <a:r>
              <a:rPr lang="ko-KR" altLang="en-US" dirty="0"/>
              <a:t>소프트웨어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73CBC-2FA9-41E4-181E-54C8F693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4E77A3-47EE-D0AE-F9F0-5E7A055A2EF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D3CAA91-B85B-3752-0FBC-F2813E372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39" y="1760062"/>
            <a:ext cx="5141414" cy="44902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B69815-E23B-CBF1-C802-7042834B2A10}"/>
              </a:ext>
            </a:extLst>
          </p:cNvPr>
          <p:cNvSpPr txBox="1"/>
          <p:nvPr/>
        </p:nvSpPr>
        <p:spPr>
          <a:xfrm>
            <a:off x="6812098" y="2046865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아두이노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938AF0-C2A7-8014-6B48-FAD1FF04638D}"/>
              </a:ext>
            </a:extLst>
          </p:cNvPr>
          <p:cNvSpPr txBox="1"/>
          <p:nvPr/>
        </p:nvSpPr>
        <p:spPr>
          <a:xfrm>
            <a:off x="8645073" y="2041172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블루투스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27187-9785-38EB-66E2-DF5A81CE8052}"/>
              </a:ext>
            </a:extLst>
          </p:cNvPr>
          <p:cNvSpPr txBox="1"/>
          <p:nvPr/>
        </p:nvSpPr>
        <p:spPr>
          <a:xfrm>
            <a:off x="6954059" y="2569353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핀 </a:t>
            </a:r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</a:t>
            </a:r>
            <a:r>
              <a:rPr lang="ko-KR" altLang="en-US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6CF2E2-4BC2-2C95-E5BC-F0AEAA3F93AD}"/>
              </a:ext>
            </a:extLst>
          </p:cNvPr>
          <p:cNvSpPr txBox="1"/>
          <p:nvPr/>
        </p:nvSpPr>
        <p:spPr>
          <a:xfrm>
            <a:off x="6954059" y="3097533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핀</a:t>
            </a:r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3</a:t>
            </a:r>
            <a:r>
              <a:rPr lang="ko-KR" altLang="en-US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89D673-2709-39C1-351C-269388370F57}"/>
              </a:ext>
            </a:extLst>
          </p:cNvPr>
          <p:cNvSpPr txBox="1"/>
          <p:nvPr/>
        </p:nvSpPr>
        <p:spPr>
          <a:xfrm>
            <a:off x="6726476" y="3625713"/>
            <a:ext cx="1853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3.3V~5V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E14717-4625-609C-3915-8E1105747CB5}"/>
              </a:ext>
            </a:extLst>
          </p:cNvPr>
          <p:cNvSpPr txBox="1"/>
          <p:nvPr/>
        </p:nvSpPr>
        <p:spPr>
          <a:xfrm>
            <a:off x="6945708" y="4153893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GND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6DA8C-618D-7B1C-BF1C-E6011A93BB1E}"/>
              </a:ext>
            </a:extLst>
          </p:cNvPr>
          <p:cNvSpPr txBox="1"/>
          <p:nvPr/>
        </p:nvSpPr>
        <p:spPr>
          <a:xfrm>
            <a:off x="8645073" y="2592812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RX</a:t>
            </a:r>
            <a:endParaRPr lang="ko-KR" altLang="en-US" sz="2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4970D-CFFE-4EBD-2719-398B4182BDF7}"/>
              </a:ext>
            </a:extLst>
          </p:cNvPr>
          <p:cNvSpPr txBox="1"/>
          <p:nvPr/>
        </p:nvSpPr>
        <p:spPr>
          <a:xfrm>
            <a:off x="8645073" y="3164048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TX</a:t>
            </a:r>
            <a:endParaRPr lang="ko-KR" altLang="en-US" sz="2400" dirty="0">
              <a:solidFill>
                <a:schemeClr val="accent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73296A-3DF8-E6A0-51EC-DE5819108EDE}"/>
              </a:ext>
            </a:extLst>
          </p:cNvPr>
          <p:cNvSpPr txBox="1"/>
          <p:nvPr/>
        </p:nvSpPr>
        <p:spPr>
          <a:xfrm>
            <a:off x="8645073" y="3692190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VCC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193284-C9A0-2F0A-AA3A-0C45D3C6404C}"/>
              </a:ext>
            </a:extLst>
          </p:cNvPr>
          <p:cNvSpPr txBox="1"/>
          <p:nvPr/>
        </p:nvSpPr>
        <p:spPr>
          <a:xfrm>
            <a:off x="8636722" y="4160118"/>
            <a:ext cx="145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GND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A0105-A4A5-DE41-7AFF-CD9E13A692C2}"/>
              </a:ext>
            </a:extLst>
          </p:cNvPr>
          <p:cNvSpPr txBox="1"/>
          <p:nvPr/>
        </p:nvSpPr>
        <p:spPr>
          <a:xfrm>
            <a:off x="7915445" y="1489532"/>
            <a:ext cx="909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핀 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EA8AAA-36F3-8998-3987-E55E13449C0D}"/>
              </a:ext>
            </a:extLst>
          </p:cNvPr>
          <p:cNvSpPr txBox="1"/>
          <p:nvPr/>
        </p:nvSpPr>
        <p:spPr>
          <a:xfrm>
            <a:off x="6954059" y="4855122"/>
            <a:ext cx="3261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※</a:t>
            </a:r>
            <a:r>
              <a:rPr lang="ko-KR" altLang="en-US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소프트웨어 시리얼은 코드설정에 따라 할당 핀이 다름</a:t>
            </a:r>
            <a:endParaRPr lang="en-US" altLang="ko-KR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422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6D5D-DD5B-D71A-D466-16607E59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A7369-6C80-C5CF-7F1E-86A18F8A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시리얼통신</a:t>
            </a:r>
            <a:r>
              <a:rPr lang="en-US" altLang="ko-KR" dirty="0"/>
              <a:t>(</a:t>
            </a:r>
            <a:r>
              <a:rPr lang="ko-KR" altLang="en-US" dirty="0"/>
              <a:t>소프트웨어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396B3-D5A0-27E2-53F6-1EDA96EF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61B7F5-3D67-7FCF-F3F2-C9E4DFAD207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00248AF-3E90-F3DC-983E-BFBCBA0C5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4780" y="1911863"/>
            <a:ext cx="3486329" cy="350538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2D4976-C228-890F-30A6-48E9C124406C}"/>
              </a:ext>
            </a:extLst>
          </p:cNvPr>
          <p:cNvSpPr txBox="1"/>
          <p:nvPr/>
        </p:nvSpPr>
        <p:spPr>
          <a:xfrm>
            <a:off x="6700520" y="195580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실제 </a:t>
            </a:r>
            <a:r>
              <a:rPr lang="ko-KR" altLang="en-US"/>
              <a:t>모듈 구성 후 </a:t>
            </a:r>
            <a:r>
              <a:rPr lang="ko-KR" altLang="en-US" dirty="0"/>
              <a:t>화면</a:t>
            </a:r>
          </a:p>
        </p:txBody>
      </p:sp>
    </p:spTree>
    <p:extLst>
      <p:ext uri="{BB962C8B-B14F-4D97-AF65-F5344CB8AC3E}">
        <p14:creationId xmlns:p14="http://schemas.microsoft.com/office/powerpoint/2010/main" val="3622873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31EB6-981E-FDC2-9F62-FF7246B6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시리얼통신</a:t>
            </a:r>
            <a:r>
              <a:rPr lang="en-US" altLang="ko-KR" dirty="0"/>
              <a:t>(</a:t>
            </a:r>
            <a:r>
              <a:rPr lang="ko-KR" altLang="en-US" dirty="0"/>
              <a:t>소프트웨어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97357-38EB-AF07-96A8-AA212988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A75AD-821F-7FD5-7EB8-7C1BD42AC7E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282114-6273-DAD0-6D39-9554B17A3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36" y="1697570"/>
            <a:ext cx="2743200" cy="3593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84DA46-0FD4-4865-437A-EEF21510FC57}"/>
              </a:ext>
            </a:extLst>
          </p:cNvPr>
          <p:cNvSpPr txBox="1"/>
          <p:nvPr/>
        </p:nvSpPr>
        <p:spPr>
          <a:xfrm>
            <a:off x="817760" y="564731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앱 스토어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Bluetooth for Arduino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검색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~!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D0C106-933C-3531-30CE-29EE810FEF19}"/>
              </a:ext>
            </a:extLst>
          </p:cNvPr>
          <p:cNvSpPr txBox="1"/>
          <p:nvPr/>
        </p:nvSpPr>
        <p:spPr>
          <a:xfrm>
            <a:off x="5645585" y="5642248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202124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구글 플레이 </a:t>
            </a:r>
            <a:r>
              <a:rPr lang="en-US" altLang="ko-KR" b="1" i="0" dirty="0">
                <a:solidFill>
                  <a:srgbClr val="202124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Serial Bluetooth Terminal </a:t>
            </a:r>
            <a:r>
              <a:rPr lang="ko-KR" altLang="en-US" b="1" i="0" dirty="0">
                <a:solidFill>
                  <a:srgbClr val="202124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검색</a:t>
            </a:r>
            <a:r>
              <a:rPr lang="en-US" altLang="ko-KR" b="1" i="0" dirty="0">
                <a:solidFill>
                  <a:srgbClr val="202124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~!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853A460-1541-4EEF-1CB8-E9259B08A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397" y="2179266"/>
            <a:ext cx="3796896" cy="297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7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F63D3B01-CE0C-F4A0-12AA-C762A9DD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61" y="1012116"/>
            <a:ext cx="5243261" cy="54483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F4E5210-D40E-3D6F-D5AF-129720EF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UART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7D8C9-AF45-F6B7-CB22-F4A605A4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838DA1-EAAE-0696-9F6C-DB20D6B51DE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4E17B0-F3D0-F36E-4C39-0A8232E7986B}"/>
              </a:ext>
            </a:extLst>
          </p:cNvPr>
          <p:cNvSpPr/>
          <p:nvPr/>
        </p:nvSpPr>
        <p:spPr>
          <a:xfrm>
            <a:off x="5885705" y="2365375"/>
            <a:ext cx="430858" cy="39593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A3A373-6E1D-F18B-7700-27F19B1D8498}"/>
              </a:ext>
            </a:extLst>
          </p:cNvPr>
          <p:cNvSpPr/>
          <p:nvPr/>
        </p:nvSpPr>
        <p:spPr>
          <a:xfrm>
            <a:off x="5898406" y="4383295"/>
            <a:ext cx="418157" cy="39593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413149-F8BC-7818-E5B9-E7F8B2634B44}"/>
              </a:ext>
            </a:extLst>
          </p:cNvPr>
          <p:cNvSpPr/>
          <p:nvPr/>
        </p:nvSpPr>
        <p:spPr>
          <a:xfrm>
            <a:off x="5898406" y="3361886"/>
            <a:ext cx="418157" cy="39593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1DA169-2F75-A96C-63CB-42D188255E72}"/>
              </a:ext>
            </a:extLst>
          </p:cNvPr>
          <p:cNvSpPr/>
          <p:nvPr/>
        </p:nvSpPr>
        <p:spPr>
          <a:xfrm>
            <a:off x="2782310" y="1533395"/>
            <a:ext cx="664632" cy="30691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64C7EB-0EA9-4CED-1D5B-C55FA27CB232}"/>
              </a:ext>
            </a:extLst>
          </p:cNvPr>
          <p:cNvSpPr/>
          <p:nvPr/>
        </p:nvSpPr>
        <p:spPr>
          <a:xfrm>
            <a:off x="2745745" y="2970500"/>
            <a:ext cx="724036" cy="33192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428E70-278F-B5B8-79EE-97B69A1A6E4F}"/>
              </a:ext>
            </a:extLst>
          </p:cNvPr>
          <p:cNvSpPr/>
          <p:nvPr/>
        </p:nvSpPr>
        <p:spPr>
          <a:xfrm>
            <a:off x="2745745" y="4864099"/>
            <a:ext cx="675217" cy="33192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25A048-95F1-6574-5BE5-12CFE5AE9E6B}"/>
              </a:ext>
            </a:extLst>
          </p:cNvPr>
          <p:cNvSpPr/>
          <p:nvPr/>
        </p:nvSpPr>
        <p:spPr>
          <a:xfrm>
            <a:off x="2498094" y="4442413"/>
            <a:ext cx="1170518" cy="29255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DA6F3A-E8BE-F9F8-0B42-C59B9263F4BC}"/>
              </a:ext>
            </a:extLst>
          </p:cNvPr>
          <p:cNvSpPr/>
          <p:nvPr/>
        </p:nvSpPr>
        <p:spPr>
          <a:xfrm>
            <a:off x="2504445" y="3409301"/>
            <a:ext cx="1220362" cy="29255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34A0C-674F-3036-8F10-9729548BC3FB}"/>
              </a:ext>
            </a:extLst>
          </p:cNvPr>
          <p:cNvSpPr/>
          <p:nvPr/>
        </p:nvSpPr>
        <p:spPr>
          <a:xfrm>
            <a:off x="5350188" y="5577760"/>
            <a:ext cx="535517" cy="33192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FFBC50-C1C7-4840-C5A1-5C9D532F60CD}"/>
              </a:ext>
            </a:extLst>
          </p:cNvPr>
          <p:cNvSpPr txBox="1"/>
          <p:nvPr/>
        </p:nvSpPr>
        <p:spPr>
          <a:xfrm>
            <a:off x="6455561" y="2378674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외부 </a:t>
            </a:r>
            <a:r>
              <a:rPr lang="ko-KR" altLang="en-US" b="1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클럭핀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331EB9-C6F1-1376-AE5E-B78757037DA3}"/>
              </a:ext>
            </a:extLst>
          </p:cNvPr>
          <p:cNvSpPr/>
          <p:nvPr/>
        </p:nvSpPr>
        <p:spPr>
          <a:xfrm>
            <a:off x="3724807" y="5577760"/>
            <a:ext cx="535517" cy="33192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2068625-40CC-36A9-535A-3A2B85049D23}"/>
              </a:ext>
            </a:extLst>
          </p:cNvPr>
          <p:cNvSpPr/>
          <p:nvPr/>
        </p:nvSpPr>
        <p:spPr>
          <a:xfrm>
            <a:off x="2086352" y="5577761"/>
            <a:ext cx="535517" cy="33192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D0B1-D7AF-53F0-8C63-52493A9CCAE6}"/>
              </a:ext>
            </a:extLst>
          </p:cNvPr>
          <p:cNvSpPr txBox="1"/>
          <p:nvPr/>
        </p:nvSpPr>
        <p:spPr>
          <a:xfrm>
            <a:off x="2148947" y="6273735"/>
            <a:ext cx="335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USART </a:t>
            </a: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제어 및 상태 레지스터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E27B1E-CFD9-21F4-4CB0-DCD343099363}"/>
              </a:ext>
            </a:extLst>
          </p:cNvPr>
          <p:cNvSpPr txBox="1"/>
          <p:nvPr/>
        </p:nvSpPr>
        <p:spPr>
          <a:xfrm>
            <a:off x="6519769" y="5126204"/>
            <a:ext cx="611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UCSRnA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상태 플래그와 속도 조정 기능.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UCSRnB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송수신 활성화 및 인터럽트 설정.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UCSRnC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프레임 형식 및 동작 모드 설정.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2315A0-A7BB-14DC-8A5B-4AD0C1F1DB94}"/>
              </a:ext>
            </a:extLst>
          </p:cNvPr>
          <p:cNvSpPr txBox="1"/>
          <p:nvPr/>
        </p:nvSpPr>
        <p:spPr>
          <a:xfrm>
            <a:off x="6431122" y="3429000"/>
            <a:ext cx="108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송신 핀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C476FA-0CB2-5F8B-4985-45A9ED8F8DC8}"/>
              </a:ext>
            </a:extLst>
          </p:cNvPr>
          <p:cNvSpPr txBox="1"/>
          <p:nvPr/>
        </p:nvSpPr>
        <p:spPr>
          <a:xfrm>
            <a:off x="6421222" y="4389702"/>
            <a:ext cx="108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수신 핀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76C62B-E842-A567-CECC-4506AD23B032}"/>
              </a:ext>
            </a:extLst>
          </p:cNvPr>
          <p:cNvSpPr txBox="1"/>
          <p:nvPr/>
        </p:nvSpPr>
        <p:spPr>
          <a:xfrm>
            <a:off x="3480364" y="1522580"/>
            <a:ext cx="266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baudrate</a:t>
            </a:r>
            <a:r>
              <a:rPr lang="en-US" altLang="ko-KR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속도 설정 레지스터</a:t>
            </a:r>
            <a:endParaRPr lang="en-US" altLang="ko-KR" sz="1400" b="1" dirty="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2856E6-49D7-6ECE-F93A-5658A8424B81}"/>
              </a:ext>
            </a:extLst>
          </p:cNvPr>
          <p:cNvSpPr txBox="1"/>
          <p:nvPr/>
        </p:nvSpPr>
        <p:spPr>
          <a:xfrm>
            <a:off x="1361428" y="2486028"/>
            <a:ext cx="266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송수신 데이터 레지스터</a:t>
            </a:r>
            <a:endParaRPr lang="en-US" altLang="ko-KR" sz="1400" b="1" dirty="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B5EEB8-8E22-CFA8-0185-81339319409A}"/>
              </a:ext>
            </a:extLst>
          </p:cNvPr>
          <p:cNvSpPr txBox="1"/>
          <p:nvPr/>
        </p:nvSpPr>
        <p:spPr>
          <a:xfrm>
            <a:off x="1833868" y="3889093"/>
            <a:ext cx="266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</a:t>
            </a:r>
            <a:r>
              <a:rPr lang="en-US" altLang="ko-KR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수신 데이터 전송 레지스터</a:t>
            </a:r>
            <a:br>
              <a:rPr lang="en-US" altLang="ko-KR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en-US" altLang="ko-KR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비트 단위</a:t>
            </a:r>
            <a:r>
              <a:rPr lang="en-US" altLang="ko-KR" sz="14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6857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D91FE-AB1E-2D3D-5029-A14DBCD6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시리얼통신</a:t>
            </a:r>
            <a:r>
              <a:rPr lang="en-US" altLang="ko-KR" dirty="0"/>
              <a:t>(</a:t>
            </a:r>
            <a:r>
              <a:rPr lang="ko-KR" altLang="en-US" dirty="0"/>
              <a:t>하드웨어</a:t>
            </a:r>
            <a:r>
              <a:rPr lang="en-US" altLang="ko-KR" dirty="0"/>
              <a:t>)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5D309C-1ADD-D797-377D-6DD929231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 err="1"/>
              <a:t>아두이노를</a:t>
            </a:r>
            <a:r>
              <a:rPr lang="ko-KR" altLang="en-US" dirty="0"/>
              <a:t> 블루투스 모듈과 연결하고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ko-KR" altLang="en-US" dirty="0"/>
              <a:t>스케치 </a:t>
            </a:r>
            <a:r>
              <a:rPr lang="en-US" altLang="ko-KR" dirty="0">
                <a:sym typeface="Wingdings" panose="05000000000000000000" pitchFamily="2" charset="2"/>
              </a:rPr>
              <a:t> </a:t>
            </a:r>
            <a:r>
              <a:rPr lang="ko-KR" altLang="en-US" dirty="0">
                <a:sym typeface="Wingdings" panose="05000000000000000000" pitchFamily="2" charset="2"/>
              </a:rPr>
              <a:t>앱 간에 </a:t>
            </a:r>
            <a:r>
              <a:rPr lang="ko-KR" altLang="en-US">
                <a:sym typeface="Wingdings" panose="05000000000000000000" pitchFamily="2" charset="2"/>
              </a:rPr>
              <a:t>채팅프로그램을 구현 하시오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47F47-192F-A57B-71FF-4AF7BF88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BA7C08-5E2F-4326-0EE1-F27E660C9B1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3516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B04A-A54A-9B2C-44DF-CC748D4D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BB397-FF06-5577-9AF2-93598CD8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시리얼통신</a:t>
            </a:r>
            <a:r>
              <a:rPr lang="en-US" altLang="ko-KR" dirty="0"/>
              <a:t>(</a:t>
            </a:r>
            <a:r>
              <a:rPr lang="ko-KR" altLang="en-US" dirty="0"/>
              <a:t>소프트웨어</a:t>
            </a:r>
            <a:r>
              <a:rPr lang="en-US" altLang="ko-KR" dirty="0"/>
              <a:t>)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B7AC17-B352-BE29-24FA-DCDC3673C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/>
              <a:t>블루투스 터미널 앱에서 </a:t>
            </a:r>
            <a:r>
              <a:rPr lang="en-US" altLang="ko-KR" dirty="0"/>
              <a:t>‘1’</a:t>
            </a:r>
            <a:r>
              <a:rPr lang="ko-KR" altLang="en-US" dirty="0"/>
              <a:t>을 전송하면 </a:t>
            </a:r>
            <a:r>
              <a:rPr lang="en-US" altLang="ko-KR" dirty="0"/>
              <a:t>LED</a:t>
            </a:r>
            <a:r>
              <a:rPr lang="ko-KR" altLang="en-US" dirty="0"/>
              <a:t>가 켜지고 </a:t>
            </a:r>
            <a:r>
              <a:rPr lang="en-US" altLang="ko-KR" dirty="0"/>
              <a:t>‘2’</a:t>
            </a:r>
            <a:r>
              <a:rPr lang="ko-KR" altLang="en-US" dirty="0"/>
              <a:t>를 전송하면 </a:t>
            </a:r>
            <a:r>
              <a:rPr lang="en-US" altLang="ko-KR" dirty="0"/>
              <a:t>LED</a:t>
            </a:r>
            <a:r>
              <a:rPr lang="ko-KR" altLang="en-US" dirty="0"/>
              <a:t>가 </a:t>
            </a:r>
            <a:r>
              <a:rPr lang="ko-KR" altLang="en-US"/>
              <a:t>꺼지도록 구현해 </a:t>
            </a:r>
            <a:r>
              <a:rPr lang="ko-KR" altLang="en-US" dirty="0" err="1"/>
              <a:t>보시오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2.LED  5</a:t>
            </a:r>
            <a:r>
              <a:rPr lang="ko-KR" altLang="en-US" dirty="0"/>
              <a:t>개 중</a:t>
            </a:r>
            <a:r>
              <a:rPr lang="en-US" altLang="ko-KR" dirty="0"/>
              <a:t>, </a:t>
            </a:r>
            <a:r>
              <a:rPr lang="ko-KR" altLang="en-US" dirty="0"/>
              <a:t>블루투스 터미널 앱에서 해당 </a:t>
            </a:r>
            <a:r>
              <a:rPr lang="en-US" altLang="ko-KR" dirty="0"/>
              <a:t>LED</a:t>
            </a:r>
            <a:r>
              <a:rPr lang="ko-KR" altLang="en-US" dirty="0"/>
              <a:t>에 해당하는 숫자를 입력하면 해당</a:t>
            </a:r>
            <a:r>
              <a:rPr lang="en-US" altLang="ko-KR" dirty="0"/>
              <a:t>LED</a:t>
            </a:r>
            <a:r>
              <a:rPr lang="ko-KR" altLang="en-US" dirty="0"/>
              <a:t>가 켜지도록 </a:t>
            </a:r>
            <a:r>
              <a:rPr lang="ko-KR" altLang="en-US" dirty="0" err="1"/>
              <a:t>구현하시오</a:t>
            </a:r>
            <a:r>
              <a:rPr lang="en-US" altLang="ko-KR" dirty="0"/>
              <a:t>(Ex. ‘1’</a:t>
            </a:r>
            <a:r>
              <a:rPr lang="ko-KR" altLang="en-US" dirty="0"/>
              <a:t>을 전송하면 </a:t>
            </a:r>
            <a:r>
              <a:rPr lang="en-US" altLang="ko-KR" dirty="0"/>
              <a:t>1</a:t>
            </a:r>
            <a:r>
              <a:rPr lang="ko-KR" altLang="en-US" dirty="0"/>
              <a:t>번 </a:t>
            </a:r>
            <a:r>
              <a:rPr lang="en-US" altLang="ko-KR" dirty="0"/>
              <a:t>led</a:t>
            </a:r>
            <a:r>
              <a:rPr lang="ko-KR" altLang="en-US" dirty="0"/>
              <a:t>가 </a:t>
            </a:r>
            <a:r>
              <a:rPr lang="ko-KR" altLang="en-US" dirty="0" err="1"/>
              <a:t>켜짐</a:t>
            </a:r>
            <a:r>
              <a:rPr lang="en-US" altLang="ko-KR" dirty="0"/>
              <a:t>, </a:t>
            </a:r>
            <a:r>
              <a:rPr lang="ko-KR" altLang="en-US" dirty="0"/>
              <a:t>꺼짐은 </a:t>
            </a:r>
            <a:r>
              <a:rPr lang="ko-KR" altLang="en-US" dirty="0" err="1"/>
              <a:t>한번더</a:t>
            </a:r>
            <a:r>
              <a:rPr lang="ko-KR" altLang="en-US" dirty="0"/>
              <a:t> 전송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AB40AE-A230-B1EE-62DB-0864C512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F41975-7CE2-6FC4-A761-E95D2350B4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9115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10038</TotalTime>
  <Words>395</Words>
  <Application>Microsoft Office PowerPoint</Application>
  <PresentationFormat>와이드스크린</PresentationFormat>
  <Paragraphs>96</Paragraphs>
  <Slides>12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G마켓 산스 TTF Bold</vt:lpstr>
      <vt:lpstr>G마켓 산스 TTF Medium</vt:lpstr>
      <vt:lpstr>맑은 고딕</vt:lpstr>
      <vt:lpstr>메이플스토리</vt:lpstr>
      <vt:lpstr>Arial</vt:lpstr>
      <vt:lpstr>Rastanty Cortez</vt:lpstr>
      <vt:lpstr>Wingdings</vt:lpstr>
      <vt:lpstr>1_Office 테마</vt:lpstr>
      <vt:lpstr>아날로그 입력(가변저항)</vt:lpstr>
      <vt:lpstr>아날로그 입력(조도센서)</vt:lpstr>
      <vt:lpstr>아날로그 입력 실습</vt:lpstr>
      <vt:lpstr>pwm+아날로그입력 실습</vt:lpstr>
      <vt:lpstr>시리얼통신(하드웨어)</vt:lpstr>
      <vt:lpstr>시리얼통신(하드웨어)</vt:lpstr>
      <vt:lpstr>시리얼통신(소프트웨어)</vt:lpstr>
      <vt:lpstr>시리얼통신(소프트웨어)</vt:lpstr>
      <vt:lpstr>시리얼통신(소프트웨어)</vt:lpstr>
      <vt:lpstr>UART 구조</vt:lpstr>
      <vt:lpstr>시리얼통신(하드웨어) 실습</vt:lpstr>
      <vt:lpstr>시리얼통신(소프트웨어)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383</cp:revision>
  <dcterms:created xsi:type="dcterms:W3CDTF">2024-10-23T01:56:35Z</dcterms:created>
  <dcterms:modified xsi:type="dcterms:W3CDTF">2025-02-19T02:27:46Z</dcterms:modified>
</cp:coreProperties>
</file>